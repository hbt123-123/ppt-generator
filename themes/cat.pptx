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F601574FF7818655D644C8DB40270A56">
            <a:extLst>
              <a:ext uri="{FF2B5EF4-FFF2-40B4-BE49-F238E27FC236}">
                <a16:creationId xmlns:a16="http://schemas.microsoft.com/office/drawing/2014/main" id="{ADD86048-E0D8-5E74-700A-A29D685321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195" t="27842" b="36197"/>
          <a:stretch>
            <a:fillRect/>
          </a:stretch>
        </p:blipFill>
        <p:spPr>
          <a:xfrm>
            <a:off x="8682990" y="375920"/>
            <a:ext cx="3224530" cy="85471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F490A95-E191-4191-6C1A-F034B4878188}"/>
              </a:ext>
            </a:extLst>
          </p:cNvPr>
          <p:cNvSpPr/>
          <p:nvPr userDrawn="1"/>
        </p:nvSpPr>
        <p:spPr>
          <a:xfrm>
            <a:off x="0" y="4331335"/>
            <a:ext cx="12192635" cy="2526665"/>
          </a:xfrm>
          <a:prstGeom prst="rect">
            <a:avLst/>
          </a:prstGeom>
          <a:solidFill>
            <a:srgbClr val="223E2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E4E78ED-B25A-8ACC-34B6-4F3C248652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5905" y="5273373"/>
            <a:ext cx="9749590" cy="1058545"/>
          </a:xfrm>
        </p:spPr>
        <p:txBody>
          <a:bodyPr anchor="b">
            <a:normAutofit/>
          </a:bodyPr>
          <a:lstStyle>
            <a:lvl1pPr algn="l">
              <a:defRPr lang="zh-CN" altLang="en-US" sz="48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246394-C400-830A-E9AE-217444B07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796154"/>
            <a:ext cx="7427495" cy="365126"/>
          </a:xfrm>
        </p:spPr>
        <p:txBody>
          <a:bodyPr>
            <a:noAutofit/>
          </a:bodyPr>
          <a:lstStyle>
            <a:lvl1pPr marL="0" indent="0" algn="l">
              <a:buNone/>
              <a:defRPr lang="zh-CN" altLang="en-US" sz="2800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小标宋_GBK" panose="02000000000000000000" charset="-122"/>
                <a:ea typeface="方正小标宋_GBK" panose="02000000000000000000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E07F00-1564-8535-68A2-15FA24578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B7F9-5830-4DC6-BEC0-BD2244365D1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19524A-5D58-48FD-2EE1-AE572065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C009E4-E89F-0579-8B7C-1CA9734BA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3AE7-C7B9-45A5-BB08-6EA593CCDD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500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IMG_3434">
            <a:extLst>
              <a:ext uri="{FF2B5EF4-FFF2-40B4-BE49-F238E27FC236}">
                <a16:creationId xmlns:a16="http://schemas.microsoft.com/office/drawing/2014/main" id="{4380185D-7A21-0407-9ED6-87F07E9A31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D3F67BC5-6E94-ACA9-F076-3459731BC76C}"/>
              </a:ext>
            </a:extLst>
          </p:cNvPr>
          <p:cNvSpPr txBox="1"/>
          <p:nvPr userDrawn="1"/>
        </p:nvSpPr>
        <p:spPr>
          <a:xfrm>
            <a:off x="8480091" y="944159"/>
            <a:ext cx="2801620" cy="306705"/>
          </a:xfrm>
          <a:prstGeom prst="rect">
            <a:avLst/>
          </a:prstGeom>
          <a:noFill/>
        </p:spPr>
        <p:txBody>
          <a:bodyPr wrap="square" lIns="0" rIns="0" rtlCol="0" anchor="ctr" anchorCtr="0">
            <a:spAutoFit/>
          </a:bodyPr>
          <a:lstStyle/>
          <a:p>
            <a:r>
              <a:rPr lang="en-US" sz="1400" dirty="0">
                <a:solidFill>
                  <a:srgbClr val="384315"/>
                </a:solidFill>
                <a:latin typeface="Bodoni MT Black" panose="02070A03080606020203" charset="0"/>
                <a:cs typeface="Bodoni MT Black" panose="02070A03080606020203" charset="0"/>
                <a:sym typeface="+mn-lt"/>
              </a:rPr>
              <a:t>YOUR SUBTITLE IN HERE</a:t>
            </a:r>
          </a:p>
        </p:txBody>
      </p:sp>
      <p:pic>
        <p:nvPicPr>
          <p:cNvPr id="13" name="图片 30" descr="templates\docerresourceshop\icons\\303b32313536363133353bc3a8">
            <a:extLst>
              <a:ext uri="{FF2B5EF4-FFF2-40B4-BE49-F238E27FC236}">
                <a16:creationId xmlns:a16="http://schemas.microsoft.com/office/drawing/2014/main" id="{92971F37-30CA-5092-EF56-ED2EBF2155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13795" y="180340"/>
            <a:ext cx="708025" cy="70802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8C1020B-6904-3578-27D6-DBD296F2E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095" y="208237"/>
            <a:ext cx="4800700" cy="708025"/>
          </a:xfrm>
        </p:spPr>
        <p:txBody>
          <a:bodyPr>
            <a:normAutofit/>
          </a:bodyPr>
          <a:lstStyle>
            <a:lvl1pPr algn="r">
              <a:defRPr lang="zh-CN" altLang="en-US" sz="2800" kern="1200" dirty="0">
                <a:solidFill>
                  <a:srgbClr val="384315"/>
                </a:solidFill>
                <a:latin typeface="方正小标宋_GBK" panose="02000000000000000000" charset="-122"/>
                <a:ea typeface="方正小标宋_GBK" panose="02000000000000000000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905994-F502-13D8-6B66-0E6F120FC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8462" y="1443789"/>
            <a:ext cx="6605337" cy="47331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4CA61C-9506-F829-BA84-DE4A8538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B7F9-5830-4DC6-BEC0-BD2244365D1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68341E-EF0B-7ED5-8AB1-6CBC079FB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7B2376-BBF2-4774-826E-F3A4D1B5B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3AE7-C7B9-45A5-BB08-6EA593CCDD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618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34B9B49B-F817-1714-1901-B38CE50E15AA}"/>
              </a:ext>
            </a:extLst>
          </p:cNvPr>
          <p:cNvSpPr txBox="1"/>
          <p:nvPr userDrawn="1"/>
        </p:nvSpPr>
        <p:spPr>
          <a:xfrm>
            <a:off x="8559800" y="4093210"/>
            <a:ext cx="2594610" cy="606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 Black" panose="02070A03080606020203" charset="0"/>
                <a:ea typeface="方正小标宋_GBK" panose="02000000000000000000" charset="-122"/>
                <a:cs typeface="Bodoni MT Black" panose="02070A03080606020203" charset="0"/>
              </a:rPr>
              <a:t>PART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886419-2BDE-F6DE-6F77-802ABFB0F795}"/>
              </a:ext>
            </a:extLst>
          </p:cNvPr>
          <p:cNvSpPr/>
          <p:nvPr userDrawn="1"/>
        </p:nvSpPr>
        <p:spPr>
          <a:xfrm>
            <a:off x="8286750" y="4093210"/>
            <a:ext cx="3141345" cy="606425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67B711F-5F28-9385-9607-CDDCED832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408" y="4785511"/>
            <a:ext cx="10515600" cy="645160"/>
          </a:xfrm>
        </p:spPr>
        <p:txBody>
          <a:bodyPr anchor="b">
            <a:normAutofit/>
          </a:bodyPr>
          <a:lstStyle>
            <a:lvl1pPr algn="r">
              <a:defRPr lang="zh-CN" altLang="en-US" sz="36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小标宋_GBK" panose="02000000000000000000" charset="-122"/>
                <a:ea typeface="方正小标宋_GBK" panose="02000000000000000000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99ADC1-5707-8CF1-3ECC-3F3F4FAA5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5408" y="5504322"/>
            <a:ext cx="10515600" cy="460375"/>
          </a:xfrm>
        </p:spPr>
        <p:txBody>
          <a:bodyPr>
            <a:normAutofit/>
          </a:bodyPr>
          <a:lstStyle>
            <a:lvl1pPr marL="0" indent="0" algn="r">
              <a:buNone/>
              <a:defRPr lang="zh-CN" altLang="en-US" sz="2400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 Black" panose="02070A03080606020203" charset="0"/>
                <a:ea typeface="微软雅黑" panose="020B0503020204020204" charset="-122"/>
                <a:cs typeface="Bodoni MT Black" panose="02070A03080606020203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B91D76-166D-7829-B60E-A1872488B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B7F9-5830-4DC6-BEC0-BD2244365D1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AEC3C1-4515-E07E-D806-C0EE41695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42DC79-9362-DEE5-25DE-E039F9C8B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3AE7-C7B9-45A5-BB08-6EA593CCDD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535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3E8216F-1514-55E4-5319-CE949A106145}"/>
              </a:ext>
            </a:extLst>
          </p:cNvPr>
          <p:cNvSpPr/>
          <p:nvPr userDrawn="1"/>
        </p:nvSpPr>
        <p:spPr>
          <a:xfrm>
            <a:off x="0" y="0"/>
            <a:ext cx="1219454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平行四边形 11">
            <a:extLst>
              <a:ext uri="{FF2B5EF4-FFF2-40B4-BE49-F238E27FC236}">
                <a16:creationId xmlns:a16="http://schemas.microsoft.com/office/drawing/2014/main" id="{1010A555-24E3-AB18-BB2C-1A01E6E36622}"/>
              </a:ext>
            </a:extLst>
          </p:cNvPr>
          <p:cNvSpPr/>
          <p:nvPr userDrawn="1"/>
        </p:nvSpPr>
        <p:spPr>
          <a:xfrm>
            <a:off x="673735" y="0"/>
            <a:ext cx="4991100" cy="6858000"/>
          </a:xfrm>
          <a:prstGeom prst="parallelogram">
            <a:avLst>
              <a:gd name="adj" fmla="val 23613"/>
            </a:avLst>
          </a:prstGeom>
          <a:solidFill>
            <a:srgbClr val="3843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  <a:endParaRPr lang="zh-CN" altLang="en-US"/>
          </a:p>
        </p:txBody>
      </p:sp>
      <p:sp useBgFill="1">
        <p:nvSpPr>
          <p:cNvPr id="13" name="平行四边形 12">
            <a:extLst>
              <a:ext uri="{FF2B5EF4-FFF2-40B4-BE49-F238E27FC236}">
                <a16:creationId xmlns:a16="http://schemas.microsoft.com/office/drawing/2014/main" id="{79304D06-481B-8C12-5669-5CD74587C2E1}"/>
              </a:ext>
            </a:extLst>
          </p:cNvPr>
          <p:cNvSpPr/>
          <p:nvPr userDrawn="1"/>
        </p:nvSpPr>
        <p:spPr>
          <a:xfrm>
            <a:off x="295910" y="0"/>
            <a:ext cx="4991100" cy="6858000"/>
          </a:xfrm>
          <a:prstGeom prst="parallelogram">
            <a:avLst>
              <a:gd name="adj" fmla="val 2361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9AB8C7E-E559-4AC4-F558-0ECFDC456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612" y="364331"/>
            <a:ext cx="10515600" cy="708025"/>
          </a:xfrm>
        </p:spPr>
        <p:txBody>
          <a:bodyPr>
            <a:normAutofit/>
          </a:bodyPr>
          <a:lstStyle>
            <a:lvl1pPr algn="r">
              <a:defRPr lang="zh-CN" altLang="en-US" sz="2400" kern="1200" dirty="0">
                <a:solidFill>
                  <a:srgbClr val="384315"/>
                </a:solidFill>
                <a:latin typeface="方正小标宋_GBK" panose="02000000000000000000" charset="-122"/>
                <a:ea typeface="方正小标宋_GBK" panose="02000000000000000000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66243C-6B1D-17E6-2B70-8D7CB684D2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14397" y="3458786"/>
            <a:ext cx="6066789" cy="28975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140DE1-0B27-AA39-6B75-D9C2E2B6E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78379" y="1223545"/>
            <a:ext cx="6066790" cy="202448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7DA4BE-3DC6-C2A3-1DCE-B74A293B6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B7F9-5830-4DC6-BEC0-BD2244365D1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75AB88-205E-5EC2-F91D-913546FEA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B56180-0429-D277-503B-FB73B1AD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3AE7-C7B9-45A5-BB08-6EA593CCDD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16" descr="templates\docerresourceshop\icons\\303b32313536363133353bc3a8">
            <a:extLst>
              <a:ext uri="{FF2B5EF4-FFF2-40B4-BE49-F238E27FC236}">
                <a16:creationId xmlns:a16="http://schemas.microsoft.com/office/drawing/2014/main" id="{8D262F40-1D07-7B7F-7050-957AA0F322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83975" y="364331"/>
            <a:ext cx="708025" cy="70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86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AA960DF7-816F-0F14-60ED-84088D73540A}"/>
              </a:ext>
            </a:extLst>
          </p:cNvPr>
          <p:cNvGrpSpPr/>
          <p:nvPr userDrawn="1"/>
        </p:nvGrpSpPr>
        <p:grpSpPr>
          <a:xfrm>
            <a:off x="452120" y="1430655"/>
            <a:ext cx="11287760" cy="4956175"/>
            <a:chOff x="744" y="2525"/>
            <a:chExt cx="17776" cy="7805"/>
          </a:xfrm>
        </p:grpSpPr>
        <p:pic>
          <p:nvPicPr>
            <p:cNvPr id="17" name="图片 16" descr="IMG_6762(20221122-190814)">
              <a:extLst>
                <a:ext uri="{FF2B5EF4-FFF2-40B4-BE49-F238E27FC236}">
                  <a16:creationId xmlns:a16="http://schemas.microsoft.com/office/drawing/2014/main" id="{C8CDA120-CA19-813E-80B8-26E06FC17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1171" r="21235" b="10060"/>
            <a:stretch>
              <a:fillRect/>
            </a:stretch>
          </p:blipFill>
          <p:spPr>
            <a:xfrm>
              <a:off x="744" y="2525"/>
              <a:ext cx="5728" cy="3818"/>
            </a:xfrm>
            <a:prstGeom prst="rect">
              <a:avLst/>
            </a:prstGeom>
          </p:spPr>
        </p:pic>
        <p:pic>
          <p:nvPicPr>
            <p:cNvPr id="18" name="图片 17" descr="IMG_6763(20221122-195403)">
              <a:extLst>
                <a:ext uri="{FF2B5EF4-FFF2-40B4-BE49-F238E27FC236}">
                  <a16:creationId xmlns:a16="http://schemas.microsoft.com/office/drawing/2014/main" id="{8B3F7C07-7F3A-DA9B-1604-A9117EB9D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92" y="6511"/>
              <a:ext cx="5728" cy="3819"/>
            </a:xfrm>
            <a:prstGeom prst="rect">
              <a:avLst/>
            </a:prstGeom>
          </p:spPr>
        </p:pic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ECCD54F-C57E-DF00-3EF9-2E4DCCC10678}"/>
                </a:ext>
              </a:extLst>
            </p:cNvPr>
            <p:cNvSpPr/>
            <p:nvPr/>
          </p:nvSpPr>
          <p:spPr>
            <a:xfrm>
              <a:off x="6703" y="2525"/>
              <a:ext cx="11816" cy="3818"/>
            </a:xfrm>
            <a:prstGeom prst="rect">
              <a:avLst/>
            </a:prstGeom>
            <a:solidFill>
              <a:srgbClr val="5A6A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40000"/>
                </a:lnSpc>
              </a:pPr>
              <a:endParaRPr lang="zh-CN" altLang="en-US" sz="1600" dirty="0">
                <a:solidFill>
                  <a:schemeClr val="bg1"/>
                </a:solidFill>
                <a:effectLst/>
                <a:cs typeface="+mn-ea"/>
                <a:sym typeface="+mn-ea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EB333C0-05FC-2ED4-F753-3AA60B989520}"/>
                </a:ext>
              </a:extLst>
            </p:cNvPr>
            <p:cNvSpPr/>
            <p:nvPr/>
          </p:nvSpPr>
          <p:spPr>
            <a:xfrm>
              <a:off x="744" y="6512"/>
              <a:ext cx="11816" cy="3818"/>
            </a:xfrm>
            <a:prstGeom prst="rect">
              <a:avLst/>
            </a:prstGeom>
            <a:solidFill>
              <a:srgbClr val="7496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40000"/>
                </a:lnSpc>
              </a:pPr>
              <a:endParaRPr lang="zh-CN" altLang="en-US" sz="1600" dirty="0">
                <a:solidFill>
                  <a:schemeClr val="bg1"/>
                </a:solidFill>
                <a:effectLst/>
                <a:cs typeface="+mn-ea"/>
                <a:sym typeface="+mn-ea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240C1A5A-E505-930A-C3CE-4CE41F0AB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549275"/>
          </a:xfrm>
        </p:spPr>
        <p:txBody>
          <a:bodyPr>
            <a:normAutofit/>
          </a:bodyPr>
          <a:lstStyle>
            <a:lvl1pPr>
              <a:defRPr lang="zh-CN" altLang="en-US" sz="2800" kern="1200" dirty="0">
                <a:solidFill>
                  <a:srgbClr val="384315"/>
                </a:solidFill>
                <a:latin typeface="方正小标宋_GBK" panose="02000000000000000000" charset="-122"/>
                <a:ea typeface="方正小标宋_GBK" panose="02000000000000000000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07C023-A01A-DBE6-B008-373266A05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439" y="3961765"/>
            <a:ext cx="1408604" cy="2394584"/>
          </a:xfrm>
        </p:spPr>
        <p:txBody>
          <a:bodyPr vert="eaVert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22F488-F719-A8B6-668F-753A671F6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34294" y="3961765"/>
            <a:ext cx="5982735" cy="23945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D03C655-0FA6-196E-0AAE-E3446582A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812379" y="1430652"/>
            <a:ext cx="926866" cy="2424430"/>
          </a:xfrm>
        </p:spPr>
        <p:txBody>
          <a:bodyPr vert="eaVert" anchor="b"/>
          <a:lstStyle>
            <a:lvl1pPr marL="0" indent="0" algn="l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F54B1A1-717F-345B-A639-1BC210537E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36085" y="1430653"/>
            <a:ext cx="5982736" cy="242443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0881DBE-0E5E-ADAB-F073-92E72FC83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B7F9-5830-4DC6-BEC0-BD2244365D1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785AFCF-242D-4D78-103F-4FC73CDC4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F3CFF4A-2C3F-F1EE-6E91-FABF1448E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3AE7-C7B9-45A5-BB08-6EA593CCDD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4" descr="templates\docerresourceshop\icons\\303b32313536363133353bc3a8">
            <a:extLst>
              <a:ext uri="{FF2B5EF4-FFF2-40B4-BE49-F238E27FC236}">
                <a16:creationId xmlns:a16="http://schemas.microsoft.com/office/drawing/2014/main" id="{EB57C519-F19C-1BCB-1725-6CB27803F79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28587" y="256423"/>
            <a:ext cx="708025" cy="70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857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 l="-37000" r="-3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F8A6E0-2FD6-7F0C-2E08-35F366F1A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495" y="4728527"/>
            <a:ext cx="10515600" cy="799465"/>
          </a:xfrm>
        </p:spPr>
        <p:txBody>
          <a:bodyPr>
            <a:normAutofit/>
          </a:bodyPr>
          <a:lstStyle>
            <a:lvl1pPr algn="r">
              <a:defRPr lang="zh-CN" altLang="en-US" sz="36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小标宋_GBK" panose="02000000000000000000" charset="-122"/>
                <a:ea typeface="方正小标宋_GBK" panose="02000000000000000000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FBB818-7461-3866-E908-9DC45912E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B7F9-5830-4DC6-BEC0-BD2244365D1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6392E8-8995-3BCF-26C4-48BC6050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C23573-E808-F59D-6FA0-C400035B8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3AE7-C7B9-45A5-BB08-6EA593CCDDA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889B92-3D45-0A15-8BCE-2FAF452A66FE}"/>
              </a:ext>
            </a:extLst>
          </p:cNvPr>
          <p:cNvSpPr txBox="1"/>
          <p:nvPr userDrawn="1"/>
        </p:nvSpPr>
        <p:spPr>
          <a:xfrm>
            <a:off x="8559800" y="4093210"/>
            <a:ext cx="2594610" cy="606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 Black" panose="02070A03080606020203" charset="0"/>
                <a:ea typeface="方正小标宋_GBK" panose="02000000000000000000" charset="-122"/>
                <a:cs typeface="Bodoni MT Black" panose="02070A03080606020203" charset="0"/>
              </a:rPr>
              <a:t>PART 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720D2E-0417-97A0-1CDA-F179FDBF5793}"/>
              </a:ext>
            </a:extLst>
          </p:cNvPr>
          <p:cNvSpPr txBox="1"/>
          <p:nvPr userDrawn="1"/>
        </p:nvSpPr>
        <p:spPr>
          <a:xfrm>
            <a:off x="8229600" y="5499100"/>
            <a:ext cx="26295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/>
            <a:r>
              <a:rPr lang="zh-CN" alt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 Black" panose="02070A03080606020203" charset="0"/>
                <a:ea typeface="微软雅黑" panose="020B0503020204020204" charset="-122"/>
                <a:cs typeface="Bodoni MT Black" panose="02070A03080606020203" charset="0"/>
              </a:rPr>
              <a:t>Enter title here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E138164-2A84-2F14-9155-2F1617843D0B}"/>
              </a:ext>
            </a:extLst>
          </p:cNvPr>
          <p:cNvSpPr/>
          <p:nvPr userDrawn="1"/>
        </p:nvSpPr>
        <p:spPr>
          <a:xfrm>
            <a:off x="8286750" y="4093210"/>
            <a:ext cx="3141345" cy="606425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55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7CDFDD-5333-A9A6-306C-F24EB71E7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B7F9-5830-4DC6-BEC0-BD2244365D1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E832B2E-F38B-BC8F-6DAD-6D74A8B38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A5265F-EE20-95BD-B55C-06E201CF0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3AE7-C7B9-45A5-BB08-6EA593CCDDA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 descr="F601574FF7818655D644C8DB40270A56">
            <a:extLst>
              <a:ext uri="{FF2B5EF4-FFF2-40B4-BE49-F238E27FC236}">
                <a16:creationId xmlns:a16="http://schemas.microsoft.com/office/drawing/2014/main" id="{F9818783-35C2-70D3-D72B-D61CE167F78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195" t="27842" b="36197"/>
          <a:stretch>
            <a:fillRect/>
          </a:stretch>
        </p:blipFill>
        <p:spPr>
          <a:xfrm>
            <a:off x="8682990" y="375920"/>
            <a:ext cx="3224530" cy="85471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64FECE9-2BA6-695D-C6D4-BBFADAB8E4C8}"/>
              </a:ext>
            </a:extLst>
          </p:cNvPr>
          <p:cNvSpPr/>
          <p:nvPr userDrawn="1"/>
        </p:nvSpPr>
        <p:spPr>
          <a:xfrm>
            <a:off x="0" y="4331335"/>
            <a:ext cx="12192635" cy="2526665"/>
          </a:xfrm>
          <a:prstGeom prst="rect">
            <a:avLst/>
          </a:prstGeom>
          <a:solidFill>
            <a:srgbClr val="223E2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70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4" descr="templates\docerresourceshop\icons\\303b32313536363133353bc3a8">
            <a:extLst>
              <a:ext uri="{FF2B5EF4-FFF2-40B4-BE49-F238E27FC236}">
                <a16:creationId xmlns:a16="http://schemas.microsoft.com/office/drawing/2014/main" id="{ACB13E89-5752-11ED-1982-70D3C72B1E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45440" y="251460"/>
            <a:ext cx="708025" cy="708025"/>
          </a:xfrm>
          <a:prstGeom prst="rect">
            <a:avLst/>
          </a:prstGeom>
        </p:spPr>
      </p:pic>
      <p:pic>
        <p:nvPicPr>
          <p:cNvPr id="11" name="图片 10" descr="IMG_6763(20221122-195403)">
            <a:extLst>
              <a:ext uri="{FF2B5EF4-FFF2-40B4-BE49-F238E27FC236}">
                <a16:creationId xmlns:a16="http://schemas.microsoft.com/office/drawing/2014/main" id="{D1BF4D63-45EC-8222-65EB-5E94AA083C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5440" y="1090295"/>
            <a:ext cx="5096510" cy="339852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0BB3D828-0DDC-A5DF-98B1-775B1CC7E336}"/>
              </a:ext>
            </a:extLst>
          </p:cNvPr>
          <p:cNvSpPr/>
          <p:nvPr userDrawn="1"/>
        </p:nvSpPr>
        <p:spPr>
          <a:xfrm>
            <a:off x="0" y="4703445"/>
            <a:ext cx="12191365" cy="2154555"/>
          </a:xfrm>
          <a:prstGeom prst="rect">
            <a:avLst/>
          </a:prstGeom>
          <a:solidFill>
            <a:srgbClr val="7496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  <a:endParaRPr lang="zh-CN" altLang="en-US" sz="1600" dirty="0">
              <a:solidFill>
                <a:schemeClr val="bg1"/>
              </a:solidFill>
              <a:effectLst/>
              <a:cs typeface="+mn-ea"/>
              <a:sym typeface="+mn-ea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391146B-17C2-4244-ED97-1BF5B4EE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517" y="322730"/>
            <a:ext cx="4646612" cy="565484"/>
          </a:xfrm>
        </p:spPr>
        <p:txBody>
          <a:bodyPr anchor="b">
            <a:normAutofit/>
          </a:bodyPr>
          <a:lstStyle>
            <a:lvl1pPr>
              <a:defRPr lang="zh-CN" altLang="en-US" sz="2800" kern="1200" dirty="0">
                <a:solidFill>
                  <a:srgbClr val="384315"/>
                </a:solidFill>
                <a:latin typeface="方正小标宋_GBK" panose="02000000000000000000" charset="-122"/>
                <a:ea typeface="方正小标宋_GBK" panose="02000000000000000000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E7199D-3F9E-397D-DC20-2060980C9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307" y="472340"/>
            <a:ext cx="5468353" cy="3542780"/>
          </a:xfrm>
        </p:spPr>
        <p:txBody>
          <a:bodyPr>
            <a:normAutofit/>
          </a:bodyPr>
          <a:lstStyle>
            <a:lvl1pPr>
              <a:defRPr lang="zh-CN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lang="zh-CN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zh-CN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>
              <a:defRPr lang="zh-CN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lang="zh-CN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34AF8A-EF0A-5256-1B3E-606020AF1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252" y="4815681"/>
            <a:ext cx="11277408" cy="1540669"/>
          </a:xfrm>
        </p:spPr>
        <p:txBody>
          <a:bodyPr>
            <a:normAutofit/>
          </a:bodyPr>
          <a:lstStyle>
            <a:lvl1pPr marL="0" indent="0">
              <a:buNone/>
              <a:defRPr lang="zh-CN" alt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4FE517-B898-3AB7-78F0-89A0D8246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B7F9-5830-4DC6-BEC0-BD2244365D1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E84961-5009-8317-63E2-32D1B1941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8AE904-B0DB-81F5-A541-C2ECC4692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3AE7-C7B9-45A5-BB08-6EA593CCDD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955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74CE92-B92E-E4C7-DDEF-2B55CC1C8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465" y="290620"/>
            <a:ext cx="4973386" cy="576762"/>
          </a:xfrm>
        </p:spPr>
        <p:txBody>
          <a:bodyPr anchor="b">
            <a:normAutofit/>
          </a:bodyPr>
          <a:lstStyle>
            <a:lvl1pPr>
              <a:defRPr lang="zh-CN" altLang="en-US" sz="2800" kern="1200" dirty="0">
                <a:solidFill>
                  <a:srgbClr val="384315"/>
                </a:solidFill>
                <a:latin typeface="方正小标宋_GBK" panose="02000000000000000000" charset="-122"/>
                <a:ea typeface="方正小标宋_GBK" panose="02000000000000000000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481F38-A53D-6DA9-3F8A-7D4CA48BD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0950" y="1999875"/>
            <a:ext cx="4740911" cy="36084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D523D5-5F22-3353-B849-5D915C4BB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B7F9-5830-4DC6-BEC0-BD2244365D1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A65D75-5466-B2D5-BF3D-E6873DE6F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E70767-8C00-D798-8DC9-C4491580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3AE7-C7B9-45A5-BB08-6EA593CCDDA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245FE3-0CF8-329B-BFA2-0CEE479D36D1}"/>
              </a:ext>
            </a:extLst>
          </p:cNvPr>
          <p:cNvSpPr/>
          <p:nvPr userDrawn="1"/>
        </p:nvSpPr>
        <p:spPr>
          <a:xfrm>
            <a:off x="7184390" y="1570355"/>
            <a:ext cx="4653280" cy="4653280"/>
          </a:xfrm>
          <a:prstGeom prst="rect">
            <a:avLst/>
          </a:prstGeom>
          <a:solidFill>
            <a:srgbClr val="3843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  <a:endParaRPr lang="zh-CN" altLang="en-US" sz="1600" dirty="0">
              <a:solidFill>
                <a:schemeClr val="bg1"/>
              </a:solidFill>
              <a:effectLst/>
              <a:cs typeface="+mn-ea"/>
              <a:sym typeface="+mn-ea"/>
            </a:endParaRPr>
          </a:p>
        </p:txBody>
      </p:sp>
      <p:pic>
        <p:nvPicPr>
          <p:cNvPr id="12" name="图片 16" descr="templates\docerresourceshop\icons\\303b32313536363133353bc3a8">
            <a:extLst>
              <a:ext uri="{FF2B5EF4-FFF2-40B4-BE49-F238E27FC236}">
                <a16:creationId xmlns:a16="http://schemas.microsoft.com/office/drawing/2014/main" id="{B785FE53-7E37-B174-EA0F-8D7F49FF6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45440" y="251460"/>
            <a:ext cx="708025" cy="708025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978C9D11-FD44-472E-332C-20F1916FA7FD}"/>
              </a:ext>
            </a:extLst>
          </p:cNvPr>
          <p:cNvGrpSpPr/>
          <p:nvPr userDrawn="1"/>
        </p:nvGrpSpPr>
        <p:grpSpPr>
          <a:xfrm>
            <a:off x="1250951" y="1096270"/>
            <a:ext cx="575945" cy="575945"/>
            <a:chOff x="1888" y="2087"/>
            <a:chExt cx="706" cy="706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A92E50AF-A65F-D040-8079-34EEA9770E5A}"/>
                </a:ext>
              </a:extLst>
            </p:cNvPr>
            <p:cNvSpPr/>
            <p:nvPr/>
          </p:nvSpPr>
          <p:spPr>
            <a:xfrm>
              <a:off x="1888" y="2087"/>
              <a:ext cx="707" cy="707"/>
            </a:xfrm>
            <a:prstGeom prst="ellipse">
              <a:avLst/>
            </a:prstGeom>
            <a:solidFill>
              <a:srgbClr val="5A6A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5" name="任意多边形 15">
              <a:extLst>
                <a:ext uri="{FF2B5EF4-FFF2-40B4-BE49-F238E27FC236}">
                  <a16:creationId xmlns:a16="http://schemas.microsoft.com/office/drawing/2014/main" id="{77E71FBB-C351-DF50-2DC0-8461491C15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80" y="2275"/>
              <a:ext cx="321" cy="329"/>
            </a:xfrm>
            <a:custGeom>
              <a:avLst/>
              <a:gdLst>
                <a:gd name="connsiteX0" fmla="*/ 2326943 w 5404989"/>
                <a:gd name="connsiteY0" fmla="*/ 407402 h 5547815"/>
                <a:gd name="connsiteX1" fmla="*/ 407401 w 5404989"/>
                <a:gd name="connsiteY1" fmla="*/ 2326944 h 5547815"/>
                <a:gd name="connsiteX2" fmla="*/ 2326943 w 5404989"/>
                <a:gd name="connsiteY2" fmla="*/ 4246486 h 5547815"/>
                <a:gd name="connsiteX3" fmla="*/ 4246485 w 5404989"/>
                <a:gd name="connsiteY3" fmla="*/ 2326944 h 5547815"/>
                <a:gd name="connsiteX4" fmla="*/ 2326943 w 5404989"/>
                <a:gd name="connsiteY4" fmla="*/ 407402 h 5547815"/>
                <a:gd name="connsiteX5" fmla="*/ 2326944 w 5404989"/>
                <a:gd name="connsiteY5" fmla="*/ 0 h 5547815"/>
                <a:gd name="connsiteX6" fmla="*/ 4653888 w 5404989"/>
                <a:gd name="connsiteY6" fmla="*/ 2326944 h 5547815"/>
                <a:gd name="connsiteX7" fmla="*/ 4122527 w 5404989"/>
                <a:gd name="connsiteY7" fmla="*/ 3807097 h 5547815"/>
                <a:gd name="connsiteX8" fmla="*/ 4025541 w 5404989"/>
                <a:gd name="connsiteY8" fmla="*/ 3913809 h 5547815"/>
                <a:gd name="connsiteX9" fmla="*/ 5404989 w 5404989"/>
                <a:gd name="connsiteY9" fmla="*/ 5293257 h 5547815"/>
                <a:gd name="connsiteX10" fmla="*/ 5150430 w 5404989"/>
                <a:gd name="connsiteY10" fmla="*/ 5547815 h 5547815"/>
                <a:gd name="connsiteX11" fmla="*/ 3760207 w 5404989"/>
                <a:gd name="connsiteY11" fmla="*/ 4157591 h 5547815"/>
                <a:gd name="connsiteX12" fmla="*/ 3627961 w 5404989"/>
                <a:gd name="connsiteY12" fmla="*/ 4256483 h 5547815"/>
                <a:gd name="connsiteX13" fmla="*/ 2326944 w 5404989"/>
                <a:gd name="connsiteY13" fmla="*/ 4653888 h 5547815"/>
                <a:gd name="connsiteX14" fmla="*/ 0 w 5404989"/>
                <a:gd name="connsiteY14" fmla="*/ 2326944 h 5547815"/>
                <a:gd name="connsiteX15" fmla="*/ 2326944 w 5404989"/>
                <a:gd name="connsiteY15" fmla="*/ 0 h 554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404989" h="5547815">
                  <a:moveTo>
                    <a:pt x="2326943" y="407402"/>
                  </a:moveTo>
                  <a:cubicBezTo>
                    <a:pt x="1266809" y="407402"/>
                    <a:pt x="407401" y="1266810"/>
                    <a:pt x="407401" y="2326944"/>
                  </a:cubicBezTo>
                  <a:cubicBezTo>
                    <a:pt x="407401" y="3387078"/>
                    <a:pt x="1266809" y="4246486"/>
                    <a:pt x="2326943" y="4246486"/>
                  </a:cubicBezTo>
                  <a:cubicBezTo>
                    <a:pt x="3387077" y="4246486"/>
                    <a:pt x="4246485" y="3387078"/>
                    <a:pt x="4246485" y="2326944"/>
                  </a:cubicBezTo>
                  <a:cubicBezTo>
                    <a:pt x="4246485" y="1266810"/>
                    <a:pt x="3387077" y="407402"/>
                    <a:pt x="2326943" y="407402"/>
                  </a:cubicBezTo>
                  <a:close/>
                  <a:moveTo>
                    <a:pt x="2326944" y="0"/>
                  </a:moveTo>
                  <a:cubicBezTo>
                    <a:pt x="3612080" y="0"/>
                    <a:pt x="4653888" y="1041808"/>
                    <a:pt x="4653888" y="2326944"/>
                  </a:cubicBezTo>
                  <a:cubicBezTo>
                    <a:pt x="4653888" y="2889191"/>
                    <a:pt x="4454480" y="3404864"/>
                    <a:pt x="4122527" y="3807097"/>
                  </a:cubicBezTo>
                  <a:lnTo>
                    <a:pt x="4025541" y="3913809"/>
                  </a:lnTo>
                  <a:lnTo>
                    <a:pt x="5404989" y="5293257"/>
                  </a:lnTo>
                  <a:lnTo>
                    <a:pt x="5150430" y="5547815"/>
                  </a:lnTo>
                  <a:lnTo>
                    <a:pt x="3760207" y="4157591"/>
                  </a:lnTo>
                  <a:lnTo>
                    <a:pt x="3627961" y="4256483"/>
                  </a:lnTo>
                  <a:cubicBezTo>
                    <a:pt x="3256578" y="4507384"/>
                    <a:pt x="2808870" y="4653888"/>
                    <a:pt x="2326944" y="4653888"/>
                  </a:cubicBezTo>
                  <a:cubicBezTo>
                    <a:pt x="1041808" y="4653888"/>
                    <a:pt x="0" y="3612080"/>
                    <a:pt x="0" y="2326944"/>
                  </a:cubicBezTo>
                  <a:cubicBezTo>
                    <a:pt x="0" y="1041808"/>
                    <a:pt x="1041808" y="0"/>
                    <a:pt x="232694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16" name="椭圆 15">
            <a:extLst>
              <a:ext uri="{FF2B5EF4-FFF2-40B4-BE49-F238E27FC236}">
                <a16:creationId xmlns:a16="http://schemas.microsoft.com/office/drawing/2014/main" id="{35AD376F-8234-3D67-49DE-665F27706DA5}"/>
              </a:ext>
            </a:extLst>
          </p:cNvPr>
          <p:cNvSpPr/>
          <p:nvPr userDrawn="1"/>
        </p:nvSpPr>
        <p:spPr>
          <a:xfrm>
            <a:off x="3333116" y="1094365"/>
            <a:ext cx="576580" cy="576580"/>
          </a:xfrm>
          <a:prstGeom prst="ellipse">
            <a:avLst/>
          </a:prstGeom>
          <a:solidFill>
            <a:srgbClr val="7496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7" name="任意多边形 8">
            <a:extLst>
              <a:ext uri="{FF2B5EF4-FFF2-40B4-BE49-F238E27FC236}">
                <a16:creationId xmlns:a16="http://schemas.microsoft.com/office/drawing/2014/main" id="{6B70E830-64BA-A6E4-4DC2-413FD399B372}"/>
              </a:ext>
            </a:extLst>
          </p:cNvPr>
          <p:cNvSpPr>
            <a:spLocks noChangeAspect="1"/>
          </p:cNvSpPr>
          <p:nvPr userDrawn="1"/>
        </p:nvSpPr>
        <p:spPr>
          <a:xfrm>
            <a:off x="3485516" y="1248670"/>
            <a:ext cx="268605" cy="268605"/>
          </a:xfrm>
          <a:custGeom>
            <a:avLst/>
            <a:gdLst>
              <a:gd name="connsiteX0" fmla="*/ 3009329 w 4544704"/>
              <a:gd name="connsiteY0" fmla="*/ 2055014 h 4544704"/>
              <a:gd name="connsiteX1" fmla="*/ 3391467 w 4544704"/>
              <a:gd name="connsiteY1" fmla="*/ 2055014 h 4544704"/>
              <a:gd name="connsiteX2" fmla="*/ 3391467 w 4544704"/>
              <a:gd name="connsiteY2" fmla="*/ 3528972 h 4544704"/>
              <a:gd name="connsiteX3" fmla="*/ 3009329 w 4544704"/>
              <a:gd name="connsiteY3" fmla="*/ 3528972 h 4544704"/>
              <a:gd name="connsiteX4" fmla="*/ 1132765 w 4544704"/>
              <a:gd name="connsiteY4" fmla="*/ 1495456 h 4544704"/>
              <a:gd name="connsiteX5" fmla="*/ 1514903 w 4544704"/>
              <a:gd name="connsiteY5" fmla="*/ 1495456 h 4544704"/>
              <a:gd name="connsiteX6" fmla="*/ 1514903 w 4544704"/>
              <a:gd name="connsiteY6" fmla="*/ 3528972 h 4544704"/>
              <a:gd name="connsiteX7" fmla="*/ 1132765 w 4544704"/>
              <a:gd name="connsiteY7" fmla="*/ 3528972 h 4544704"/>
              <a:gd name="connsiteX8" fmla="*/ 2081283 w 4544704"/>
              <a:gd name="connsiteY8" fmla="*/ 894954 h 4544704"/>
              <a:gd name="connsiteX9" fmla="*/ 2463421 w 4544704"/>
              <a:gd name="connsiteY9" fmla="*/ 894954 h 4544704"/>
              <a:gd name="connsiteX10" fmla="*/ 2463421 w 4544704"/>
              <a:gd name="connsiteY10" fmla="*/ 3528972 h 4544704"/>
              <a:gd name="connsiteX11" fmla="*/ 2081283 w 4544704"/>
              <a:gd name="connsiteY11" fmla="*/ 3528972 h 4544704"/>
              <a:gd name="connsiteX12" fmla="*/ 631912 w 4544704"/>
              <a:gd name="connsiteY12" fmla="*/ 249116 h 4544704"/>
              <a:gd name="connsiteX13" fmla="*/ 249116 w 4544704"/>
              <a:gd name="connsiteY13" fmla="*/ 631912 h 4544704"/>
              <a:gd name="connsiteX14" fmla="*/ 249116 w 4544704"/>
              <a:gd name="connsiteY14" fmla="*/ 3912793 h 4544704"/>
              <a:gd name="connsiteX15" fmla="*/ 631912 w 4544704"/>
              <a:gd name="connsiteY15" fmla="*/ 4295589 h 4544704"/>
              <a:gd name="connsiteX16" fmla="*/ 3912793 w 4544704"/>
              <a:gd name="connsiteY16" fmla="*/ 4295589 h 4544704"/>
              <a:gd name="connsiteX17" fmla="*/ 4295589 w 4544704"/>
              <a:gd name="connsiteY17" fmla="*/ 3912793 h 4544704"/>
              <a:gd name="connsiteX18" fmla="*/ 4295589 w 4544704"/>
              <a:gd name="connsiteY18" fmla="*/ 631912 h 4544704"/>
              <a:gd name="connsiteX19" fmla="*/ 3912793 w 4544704"/>
              <a:gd name="connsiteY19" fmla="*/ 249116 h 4544704"/>
              <a:gd name="connsiteX20" fmla="*/ 429929 w 4544704"/>
              <a:gd name="connsiteY20" fmla="*/ 0 h 4544704"/>
              <a:gd name="connsiteX21" fmla="*/ 4114775 w 4544704"/>
              <a:gd name="connsiteY21" fmla="*/ 0 h 4544704"/>
              <a:gd name="connsiteX22" fmla="*/ 4544704 w 4544704"/>
              <a:gd name="connsiteY22" fmla="*/ 429929 h 4544704"/>
              <a:gd name="connsiteX23" fmla="*/ 4544704 w 4544704"/>
              <a:gd name="connsiteY23" fmla="*/ 4114775 h 4544704"/>
              <a:gd name="connsiteX24" fmla="*/ 4114775 w 4544704"/>
              <a:gd name="connsiteY24" fmla="*/ 4544704 h 4544704"/>
              <a:gd name="connsiteX25" fmla="*/ 429929 w 4544704"/>
              <a:gd name="connsiteY25" fmla="*/ 4544704 h 4544704"/>
              <a:gd name="connsiteX26" fmla="*/ 0 w 4544704"/>
              <a:gd name="connsiteY26" fmla="*/ 4114775 h 4544704"/>
              <a:gd name="connsiteX27" fmla="*/ 0 w 4544704"/>
              <a:gd name="connsiteY27" fmla="*/ 429929 h 4544704"/>
              <a:gd name="connsiteX28" fmla="*/ 429929 w 4544704"/>
              <a:gd name="connsiteY28" fmla="*/ 0 h 4544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544704" h="4544704">
                <a:moveTo>
                  <a:pt x="3009329" y="2055014"/>
                </a:moveTo>
                <a:lnTo>
                  <a:pt x="3391467" y="2055014"/>
                </a:lnTo>
                <a:lnTo>
                  <a:pt x="3391467" y="3528972"/>
                </a:lnTo>
                <a:lnTo>
                  <a:pt x="3009329" y="3528972"/>
                </a:lnTo>
                <a:close/>
                <a:moveTo>
                  <a:pt x="1132765" y="1495456"/>
                </a:moveTo>
                <a:lnTo>
                  <a:pt x="1514903" y="1495456"/>
                </a:lnTo>
                <a:lnTo>
                  <a:pt x="1514903" y="3528972"/>
                </a:lnTo>
                <a:lnTo>
                  <a:pt x="1132765" y="3528972"/>
                </a:lnTo>
                <a:close/>
                <a:moveTo>
                  <a:pt x="2081283" y="894954"/>
                </a:moveTo>
                <a:lnTo>
                  <a:pt x="2463421" y="894954"/>
                </a:lnTo>
                <a:lnTo>
                  <a:pt x="2463421" y="3528972"/>
                </a:lnTo>
                <a:lnTo>
                  <a:pt x="2081283" y="3528972"/>
                </a:lnTo>
                <a:close/>
                <a:moveTo>
                  <a:pt x="631912" y="249116"/>
                </a:moveTo>
                <a:cubicBezTo>
                  <a:pt x="420500" y="249116"/>
                  <a:pt x="249116" y="420500"/>
                  <a:pt x="249116" y="631912"/>
                </a:cubicBezTo>
                <a:lnTo>
                  <a:pt x="249116" y="3912793"/>
                </a:lnTo>
                <a:cubicBezTo>
                  <a:pt x="249116" y="4124205"/>
                  <a:pt x="420500" y="4295589"/>
                  <a:pt x="631912" y="4295589"/>
                </a:cubicBezTo>
                <a:lnTo>
                  <a:pt x="3912793" y="4295589"/>
                </a:lnTo>
                <a:cubicBezTo>
                  <a:pt x="4124205" y="4295589"/>
                  <a:pt x="4295589" y="4124205"/>
                  <a:pt x="4295589" y="3912793"/>
                </a:cubicBezTo>
                <a:lnTo>
                  <a:pt x="4295589" y="631912"/>
                </a:lnTo>
                <a:cubicBezTo>
                  <a:pt x="4295589" y="420500"/>
                  <a:pt x="4124205" y="249116"/>
                  <a:pt x="3912793" y="249116"/>
                </a:cubicBezTo>
                <a:close/>
                <a:moveTo>
                  <a:pt x="429929" y="0"/>
                </a:moveTo>
                <a:lnTo>
                  <a:pt x="4114775" y="0"/>
                </a:lnTo>
                <a:cubicBezTo>
                  <a:pt x="4352218" y="0"/>
                  <a:pt x="4544704" y="192486"/>
                  <a:pt x="4544704" y="429929"/>
                </a:cubicBezTo>
                <a:lnTo>
                  <a:pt x="4544704" y="4114775"/>
                </a:lnTo>
                <a:cubicBezTo>
                  <a:pt x="4544704" y="4352218"/>
                  <a:pt x="4352218" y="4544704"/>
                  <a:pt x="4114775" y="4544704"/>
                </a:cubicBezTo>
                <a:lnTo>
                  <a:pt x="429929" y="4544704"/>
                </a:lnTo>
                <a:cubicBezTo>
                  <a:pt x="192486" y="4544704"/>
                  <a:pt x="0" y="4352218"/>
                  <a:pt x="0" y="4114775"/>
                </a:cubicBezTo>
                <a:lnTo>
                  <a:pt x="0" y="429929"/>
                </a:lnTo>
                <a:cubicBezTo>
                  <a:pt x="0" y="192486"/>
                  <a:pt x="192486" y="0"/>
                  <a:pt x="4299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67E7AFF-6876-D34D-B9C3-6E4422343BD6}"/>
              </a:ext>
            </a:extLst>
          </p:cNvPr>
          <p:cNvSpPr/>
          <p:nvPr userDrawn="1"/>
        </p:nvSpPr>
        <p:spPr>
          <a:xfrm>
            <a:off x="5415281" y="1095000"/>
            <a:ext cx="576580" cy="576580"/>
          </a:xfrm>
          <a:prstGeom prst="ellipse">
            <a:avLst/>
          </a:prstGeom>
          <a:solidFill>
            <a:srgbClr val="98CF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9" name="任意多边形 18">
            <a:extLst>
              <a:ext uri="{FF2B5EF4-FFF2-40B4-BE49-F238E27FC236}">
                <a16:creationId xmlns:a16="http://schemas.microsoft.com/office/drawing/2014/main" id="{45CA83DF-6DB1-7D52-F55D-A5BE6C880C27}"/>
              </a:ext>
            </a:extLst>
          </p:cNvPr>
          <p:cNvSpPr>
            <a:spLocks noChangeAspect="1"/>
          </p:cNvSpPr>
          <p:nvPr userDrawn="1"/>
        </p:nvSpPr>
        <p:spPr>
          <a:xfrm>
            <a:off x="5570856" y="1249305"/>
            <a:ext cx="268605" cy="268605"/>
          </a:xfrm>
          <a:custGeom>
            <a:avLst/>
            <a:gdLst>
              <a:gd name="connsiteX0" fmla="*/ 1869743 w 6414448"/>
              <a:gd name="connsiteY0" fmla="*/ 4449168 h 6414447"/>
              <a:gd name="connsiteX1" fmla="*/ 5540991 w 6414448"/>
              <a:gd name="connsiteY1" fmla="*/ 4449168 h 6414447"/>
              <a:gd name="connsiteX2" fmla="*/ 5540991 w 6414448"/>
              <a:gd name="connsiteY2" fmla="*/ 4809168 h 6414447"/>
              <a:gd name="connsiteX3" fmla="*/ 1869743 w 6414448"/>
              <a:gd name="connsiteY3" fmla="*/ 4809168 h 6414447"/>
              <a:gd name="connsiteX4" fmla="*/ 1037230 w 6414448"/>
              <a:gd name="connsiteY4" fmla="*/ 4449168 h 6414447"/>
              <a:gd name="connsiteX5" fmla="*/ 1665027 w 6414448"/>
              <a:gd name="connsiteY5" fmla="*/ 4449168 h 6414447"/>
              <a:gd name="connsiteX6" fmla="*/ 1665027 w 6414448"/>
              <a:gd name="connsiteY6" fmla="*/ 4809168 h 6414447"/>
              <a:gd name="connsiteX7" fmla="*/ 1037230 w 6414448"/>
              <a:gd name="connsiteY7" fmla="*/ 4809168 h 6414447"/>
              <a:gd name="connsiteX8" fmla="*/ 1869743 w 6414448"/>
              <a:gd name="connsiteY8" fmla="*/ 3452882 h 6414447"/>
              <a:gd name="connsiteX9" fmla="*/ 5540991 w 6414448"/>
              <a:gd name="connsiteY9" fmla="*/ 3452882 h 6414447"/>
              <a:gd name="connsiteX10" fmla="*/ 5540991 w 6414448"/>
              <a:gd name="connsiteY10" fmla="*/ 3812882 h 6414447"/>
              <a:gd name="connsiteX11" fmla="*/ 1869743 w 6414448"/>
              <a:gd name="connsiteY11" fmla="*/ 3812882 h 6414447"/>
              <a:gd name="connsiteX12" fmla="*/ 1037230 w 6414448"/>
              <a:gd name="connsiteY12" fmla="*/ 3452882 h 6414447"/>
              <a:gd name="connsiteX13" fmla="*/ 1665027 w 6414448"/>
              <a:gd name="connsiteY13" fmla="*/ 3452882 h 6414447"/>
              <a:gd name="connsiteX14" fmla="*/ 1665027 w 6414448"/>
              <a:gd name="connsiteY14" fmla="*/ 3812882 h 6414447"/>
              <a:gd name="connsiteX15" fmla="*/ 1037230 w 6414448"/>
              <a:gd name="connsiteY15" fmla="*/ 3812882 h 6414447"/>
              <a:gd name="connsiteX16" fmla="*/ 1037230 w 6414448"/>
              <a:gd name="connsiteY16" fmla="*/ 2456597 h 6414447"/>
              <a:gd name="connsiteX17" fmla="*/ 1665027 w 6414448"/>
              <a:gd name="connsiteY17" fmla="*/ 2456597 h 6414447"/>
              <a:gd name="connsiteX18" fmla="*/ 1665027 w 6414448"/>
              <a:gd name="connsiteY18" fmla="*/ 2816597 h 6414447"/>
              <a:gd name="connsiteX19" fmla="*/ 1037230 w 6414448"/>
              <a:gd name="connsiteY19" fmla="*/ 2816597 h 6414447"/>
              <a:gd name="connsiteX20" fmla="*/ 1869743 w 6414448"/>
              <a:gd name="connsiteY20" fmla="*/ 2456596 h 6414447"/>
              <a:gd name="connsiteX21" fmla="*/ 5540991 w 6414448"/>
              <a:gd name="connsiteY21" fmla="*/ 2456596 h 6414447"/>
              <a:gd name="connsiteX22" fmla="*/ 5540991 w 6414448"/>
              <a:gd name="connsiteY22" fmla="*/ 2816597 h 6414447"/>
              <a:gd name="connsiteX23" fmla="*/ 1869743 w 6414448"/>
              <a:gd name="connsiteY23" fmla="*/ 2816597 h 6414447"/>
              <a:gd name="connsiteX24" fmla="*/ 1869743 w 6414448"/>
              <a:gd name="connsiteY24" fmla="*/ 1473958 h 6414447"/>
              <a:gd name="connsiteX25" fmla="*/ 5540991 w 6414448"/>
              <a:gd name="connsiteY25" fmla="*/ 1473958 h 6414447"/>
              <a:gd name="connsiteX26" fmla="*/ 5540991 w 6414448"/>
              <a:gd name="connsiteY26" fmla="*/ 1833958 h 6414447"/>
              <a:gd name="connsiteX27" fmla="*/ 1869743 w 6414448"/>
              <a:gd name="connsiteY27" fmla="*/ 1833958 h 6414447"/>
              <a:gd name="connsiteX28" fmla="*/ 1037230 w 6414448"/>
              <a:gd name="connsiteY28" fmla="*/ 1473958 h 6414447"/>
              <a:gd name="connsiteX29" fmla="*/ 1665027 w 6414448"/>
              <a:gd name="connsiteY29" fmla="*/ 1473958 h 6414447"/>
              <a:gd name="connsiteX30" fmla="*/ 1665027 w 6414448"/>
              <a:gd name="connsiteY30" fmla="*/ 1833958 h 6414447"/>
              <a:gd name="connsiteX31" fmla="*/ 1037230 w 6414448"/>
              <a:gd name="connsiteY31" fmla="*/ 1833958 h 6414447"/>
              <a:gd name="connsiteX32" fmla="*/ 875226 w 6414448"/>
              <a:gd name="connsiteY32" fmla="*/ 323830 h 6414447"/>
              <a:gd name="connsiteX33" fmla="*/ 317798 w 6414448"/>
              <a:gd name="connsiteY33" fmla="*/ 881258 h 6414447"/>
              <a:gd name="connsiteX34" fmla="*/ 317798 w 6414448"/>
              <a:gd name="connsiteY34" fmla="*/ 5545253 h 6414447"/>
              <a:gd name="connsiteX35" fmla="*/ 875226 w 6414448"/>
              <a:gd name="connsiteY35" fmla="*/ 6102681 h 6414447"/>
              <a:gd name="connsiteX36" fmla="*/ 5539222 w 6414448"/>
              <a:gd name="connsiteY36" fmla="*/ 6102681 h 6414447"/>
              <a:gd name="connsiteX37" fmla="*/ 6096650 w 6414448"/>
              <a:gd name="connsiteY37" fmla="*/ 5545253 h 6414447"/>
              <a:gd name="connsiteX38" fmla="*/ 6096650 w 6414448"/>
              <a:gd name="connsiteY38" fmla="*/ 881258 h 6414447"/>
              <a:gd name="connsiteX39" fmla="*/ 5539222 w 6414448"/>
              <a:gd name="connsiteY39" fmla="*/ 323830 h 6414447"/>
              <a:gd name="connsiteX40" fmla="*/ 618739 w 6414448"/>
              <a:gd name="connsiteY40" fmla="*/ 0 h 6414447"/>
              <a:gd name="connsiteX41" fmla="*/ 5795710 w 6414448"/>
              <a:gd name="connsiteY41" fmla="*/ 0 h 6414447"/>
              <a:gd name="connsiteX42" fmla="*/ 6414448 w 6414448"/>
              <a:gd name="connsiteY42" fmla="*/ 618738 h 6414447"/>
              <a:gd name="connsiteX43" fmla="*/ 6414448 w 6414448"/>
              <a:gd name="connsiteY43" fmla="*/ 5795709 h 6414447"/>
              <a:gd name="connsiteX44" fmla="*/ 5795710 w 6414448"/>
              <a:gd name="connsiteY44" fmla="*/ 6414447 h 6414447"/>
              <a:gd name="connsiteX45" fmla="*/ 618739 w 6414448"/>
              <a:gd name="connsiteY45" fmla="*/ 6414447 h 6414447"/>
              <a:gd name="connsiteX46" fmla="*/ 0 w 6414448"/>
              <a:gd name="connsiteY46" fmla="*/ 5795709 h 6414447"/>
              <a:gd name="connsiteX47" fmla="*/ 0 w 6414448"/>
              <a:gd name="connsiteY47" fmla="*/ 618738 h 6414447"/>
              <a:gd name="connsiteX48" fmla="*/ 618739 w 6414448"/>
              <a:gd name="connsiteY48" fmla="*/ 0 h 6414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6414448" h="6414447">
                <a:moveTo>
                  <a:pt x="1869743" y="4449168"/>
                </a:moveTo>
                <a:lnTo>
                  <a:pt x="5540991" y="4449168"/>
                </a:lnTo>
                <a:lnTo>
                  <a:pt x="5540991" y="4809168"/>
                </a:lnTo>
                <a:lnTo>
                  <a:pt x="1869743" y="4809168"/>
                </a:lnTo>
                <a:close/>
                <a:moveTo>
                  <a:pt x="1037230" y="4449168"/>
                </a:moveTo>
                <a:lnTo>
                  <a:pt x="1665027" y="4449168"/>
                </a:lnTo>
                <a:lnTo>
                  <a:pt x="1665027" y="4809168"/>
                </a:lnTo>
                <a:lnTo>
                  <a:pt x="1037230" y="4809168"/>
                </a:lnTo>
                <a:close/>
                <a:moveTo>
                  <a:pt x="1869743" y="3452882"/>
                </a:moveTo>
                <a:lnTo>
                  <a:pt x="5540991" y="3452882"/>
                </a:lnTo>
                <a:lnTo>
                  <a:pt x="5540991" y="3812882"/>
                </a:lnTo>
                <a:lnTo>
                  <a:pt x="1869743" y="3812882"/>
                </a:lnTo>
                <a:close/>
                <a:moveTo>
                  <a:pt x="1037230" y="3452882"/>
                </a:moveTo>
                <a:lnTo>
                  <a:pt x="1665027" y="3452882"/>
                </a:lnTo>
                <a:lnTo>
                  <a:pt x="1665027" y="3812882"/>
                </a:lnTo>
                <a:lnTo>
                  <a:pt x="1037230" y="3812882"/>
                </a:lnTo>
                <a:close/>
                <a:moveTo>
                  <a:pt x="1037230" y="2456597"/>
                </a:moveTo>
                <a:lnTo>
                  <a:pt x="1665027" y="2456597"/>
                </a:lnTo>
                <a:lnTo>
                  <a:pt x="1665027" y="2816597"/>
                </a:lnTo>
                <a:lnTo>
                  <a:pt x="1037230" y="2816597"/>
                </a:lnTo>
                <a:close/>
                <a:moveTo>
                  <a:pt x="1869743" y="2456596"/>
                </a:moveTo>
                <a:lnTo>
                  <a:pt x="5540991" y="2456596"/>
                </a:lnTo>
                <a:lnTo>
                  <a:pt x="5540991" y="2816597"/>
                </a:lnTo>
                <a:lnTo>
                  <a:pt x="1869743" y="2816597"/>
                </a:lnTo>
                <a:close/>
                <a:moveTo>
                  <a:pt x="1869743" y="1473958"/>
                </a:moveTo>
                <a:lnTo>
                  <a:pt x="5540991" y="1473958"/>
                </a:lnTo>
                <a:lnTo>
                  <a:pt x="5540991" y="1833958"/>
                </a:lnTo>
                <a:lnTo>
                  <a:pt x="1869743" y="1833958"/>
                </a:lnTo>
                <a:close/>
                <a:moveTo>
                  <a:pt x="1037230" y="1473958"/>
                </a:moveTo>
                <a:lnTo>
                  <a:pt x="1665027" y="1473958"/>
                </a:lnTo>
                <a:lnTo>
                  <a:pt x="1665027" y="1833958"/>
                </a:lnTo>
                <a:lnTo>
                  <a:pt x="1037230" y="1833958"/>
                </a:lnTo>
                <a:close/>
                <a:moveTo>
                  <a:pt x="875226" y="323830"/>
                </a:moveTo>
                <a:cubicBezTo>
                  <a:pt x="567367" y="323830"/>
                  <a:pt x="317798" y="573399"/>
                  <a:pt x="317798" y="881258"/>
                </a:cubicBezTo>
                <a:lnTo>
                  <a:pt x="317798" y="5545253"/>
                </a:lnTo>
                <a:cubicBezTo>
                  <a:pt x="317798" y="5853112"/>
                  <a:pt x="567367" y="6102681"/>
                  <a:pt x="875226" y="6102681"/>
                </a:cubicBezTo>
                <a:lnTo>
                  <a:pt x="5539222" y="6102681"/>
                </a:lnTo>
                <a:cubicBezTo>
                  <a:pt x="5847081" y="6102681"/>
                  <a:pt x="6096650" y="5853112"/>
                  <a:pt x="6096650" y="5545253"/>
                </a:cubicBezTo>
                <a:lnTo>
                  <a:pt x="6096650" y="881258"/>
                </a:lnTo>
                <a:cubicBezTo>
                  <a:pt x="6096650" y="573399"/>
                  <a:pt x="5847081" y="323830"/>
                  <a:pt x="5539222" y="323830"/>
                </a:cubicBezTo>
                <a:close/>
                <a:moveTo>
                  <a:pt x="618739" y="0"/>
                </a:moveTo>
                <a:lnTo>
                  <a:pt x="5795710" y="0"/>
                </a:lnTo>
                <a:cubicBezTo>
                  <a:pt x="6137430" y="0"/>
                  <a:pt x="6414448" y="277018"/>
                  <a:pt x="6414448" y="618738"/>
                </a:cubicBezTo>
                <a:lnTo>
                  <a:pt x="6414448" y="5795709"/>
                </a:lnTo>
                <a:cubicBezTo>
                  <a:pt x="6414448" y="6137429"/>
                  <a:pt x="6137430" y="6414447"/>
                  <a:pt x="5795710" y="6414447"/>
                </a:cubicBezTo>
                <a:lnTo>
                  <a:pt x="618739" y="6414447"/>
                </a:lnTo>
                <a:cubicBezTo>
                  <a:pt x="277019" y="6414447"/>
                  <a:pt x="0" y="6137429"/>
                  <a:pt x="0" y="5795709"/>
                </a:cubicBezTo>
                <a:lnTo>
                  <a:pt x="0" y="618738"/>
                </a:lnTo>
                <a:cubicBezTo>
                  <a:pt x="0" y="277018"/>
                  <a:pt x="277019" y="0"/>
                  <a:pt x="61873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1901D35-50E9-5A00-520E-E948C9EFE6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041416" y="1437640"/>
            <a:ext cx="4653279" cy="465919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298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E3A721-3E22-3A61-39F3-D1608786B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278CE5-A04E-B807-8C43-D711D4122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A52EE4-A648-49F2-7887-5BD1BCE78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B7F9-5830-4DC6-BEC0-BD2244365D1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C374D2-6F79-9E7E-44FD-2F59EDBF4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68F210-C594-6DB2-DD20-861E85C9B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3AE7-C7B9-45A5-BB08-6EA593CCDD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174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83D37BD-F1E7-F72E-C54D-4C99A0E13F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FF1D15-D042-200F-6E68-2CF8B3C53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7CD4CA-4B85-4E2B-758B-E554CF0D3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4B7F9-5830-4DC6-BEC0-BD2244365D1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D5EC45-0BC3-A0A4-E4E9-E0F2731B5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E72CBF-A3A9-CB29-F05C-C4E56BAF9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63AE7-C7B9-45A5-BB08-6EA593CCDD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2016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54CFA5F-0793-DC7E-F196-C63C07114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BD8524-8470-B3A1-2B04-52EFB0C1F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DAEA68-D31F-BEEE-0375-9B479827E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A4B7F9-5830-4DC6-BEC0-BD2244365D12}" type="datetimeFigureOut">
              <a:rPr lang="zh-CN" altLang="en-US" smtClean="0"/>
              <a:t>2025/7/9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8F1737-B012-9CE8-422A-DA65C00F36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BD543A-33B4-941D-BA6D-74C3137CF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63AE7-C7B9-45A5-BB08-6EA593CCDD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14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等线</vt:lpstr>
      <vt:lpstr>等线 Light</vt:lpstr>
      <vt:lpstr>方正小标宋_GBK</vt:lpstr>
      <vt:lpstr>Arial</vt:lpstr>
      <vt:lpstr>Bodoni MT Black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zt l</dc:creator>
  <cp:lastModifiedBy>zt l</cp:lastModifiedBy>
  <cp:revision>2</cp:revision>
  <dcterms:created xsi:type="dcterms:W3CDTF">2025-07-09T00:03:51Z</dcterms:created>
  <dcterms:modified xsi:type="dcterms:W3CDTF">2025-07-09T07:07:52Z</dcterms:modified>
</cp:coreProperties>
</file>