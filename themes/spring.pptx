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7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256BC59-00ED-4473-2881-44852CAF6435}"/>
              </a:ext>
            </a:extLst>
          </p:cNvPr>
          <p:cNvSpPr>
            <a:spLocks noChangeAspect="1"/>
          </p:cNvSpPr>
          <p:nvPr userDrawn="1"/>
        </p:nvSpPr>
        <p:spPr>
          <a:xfrm>
            <a:off x="746887" y="800588"/>
            <a:ext cx="10495280" cy="5597525"/>
          </a:xfrm>
          <a:prstGeom prst="rect">
            <a:avLst/>
          </a:pr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299FC33-6D9F-962A-E591-2C95142C8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91507"/>
            <a:ext cx="9144000" cy="1223962"/>
          </a:xfrm>
        </p:spPr>
        <p:txBody>
          <a:bodyPr anchor="b">
            <a:normAutofit/>
          </a:bodyPr>
          <a:lstStyle>
            <a:lvl1pPr algn="ctr">
              <a:defRPr lang="zh-CN" altLang="en-US" sz="54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DC4CAA-F1D5-B214-3B36-F5AC81FD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65D481-81FD-1523-597E-F45FE2F6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A9C1C0-E295-6E3B-C592-2940525BD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131AA7-C3CC-3B84-E200-11DC4DF74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51347"/>
            <a:ext cx="9144000" cy="1655762"/>
          </a:xfrm>
        </p:spPr>
        <p:txBody>
          <a:bodyPr>
            <a:normAutofit/>
          </a:bodyPr>
          <a:lstStyle>
            <a:lvl1pPr marL="0" indent="0" algn="r">
              <a:buNone/>
              <a:defRPr lang="zh-CN" altLang="en-US" sz="3200" b="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4E7BFCE-480C-F571-3AA5-467380F1C558}"/>
              </a:ext>
            </a:extLst>
          </p:cNvPr>
          <p:cNvGrpSpPr/>
          <p:nvPr userDrawn="1"/>
        </p:nvGrpSpPr>
        <p:grpSpPr>
          <a:xfrm>
            <a:off x="8316595" y="391160"/>
            <a:ext cx="3356610" cy="872490"/>
            <a:chOff x="16035" y="0"/>
            <a:chExt cx="3177" cy="828"/>
          </a:xfrm>
          <a:solidFill>
            <a:schemeClr val="accent6">
              <a:lumMod val="60000"/>
              <a:lumOff val="40000"/>
              <a:alpha val="56000"/>
            </a:schemeClr>
          </a:solidFill>
        </p:grpSpPr>
        <p:sp>
          <p:nvSpPr>
            <p:cNvPr id="9" name="单圆角矩形 33">
              <a:extLst>
                <a:ext uri="{FF2B5EF4-FFF2-40B4-BE49-F238E27FC236}">
                  <a16:creationId xmlns:a16="http://schemas.microsoft.com/office/drawing/2014/main" id="{4BBD6175-20BD-8277-B2BA-6AC761206207}"/>
                </a:ext>
              </a:extLst>
            </p:cNvPr>
            <p:cNvSpPr/>
            <p:nvPr/>
          </p:nvSpPr>
          <p:spPr>
            <a:xfrm rot="10800000" flipH="1">
              <a:off x="16035" y="0"/>
              <a:ext cx="3177" cy="828"/>
            </a:xfrm>
            <a:prstGeom prst="round1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0" name="图片 9" descr="图片1">
              <a:extLst>
                <a:ext uri="{FF2B5EF4-FFF2-40B4-BE49-F238E27FC236}">
                  <a16:creationId xmlns:a16="http://schemas.microsoft.com/office/drawing/2014/main" id="{111F40ED-D452-6279-A911-D52CE4C65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0307" b="10307"/>
            <a:stretch>
              <a:fillRect/>
            </a:stretch>
          </p:blipFill>
          <p:spPr>
            <a:xfrm>
              <a:off x="16121" y="0"/>
              <a:ext cx="3004" cy="745"/>
            </a:xfrm>
            <a:prstGeom prst="rect">
              <a:avLst/>
            </a:prstGeom>
            <a:grpFill/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1B2377-985E-5CF8-9B9A-CC94CC434B83}"/>
              </a:ext>
            </a:extLst>
          </p:cNvPr>
          <p:cNvGrpSpPr/>
          <p:nvPr userDrawn="1"/>
        </p:nvGrpSpPr>
        <p:grpSpPr>
          <a:xfrm>
            <a:off x="4878070" y="6291341"/>
            <a:ext cx="2579370" cy="495142"/>
            <a:chOff x="7412" y="9857"/>
            <a:chExt cx="4302" cy="704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1EEC0E98-5424-F3EA-2724-D0F49FEF9C0D}"/>
                </a:ext>
              </a:extLst>
            </p:cNvPr>
            <p:cNvGrpSpPr/>
            <p:nvPr/>
          </p:nvGrpSpPr>
          <p:grpSpPr>
            <a:xfrm>
              <a:off x="7760" y="10071"/>
              <a:ext cx="3609" cy="490"/>
              <a:chOff x="5228" y="9601"/>
              <a:chExt cx="6375" cy="865"/>
            </a:xfrm>
          </p:grpSpPr>
          <p:pic>
            <p:nvPicPr>
              <p:cNvPr id="14" name="图片 13" descr="校训">
                <a:extLst>
                  <a:ext uri="{FF2B5EF4-FFF2-40B4-BE49-F238E27FC236}">
                    <a16:creationId xmlns:a16="http://schemas.microsoft.com/office/drawing/2014/main" id="{BEC639E7-C7AD-B67D-700D-B70928737F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57673"/>
              <a:stretch>
                <a:fillRect/>
              </a:stretch>
            </p:blipFill>
            <p:spPr>
              <a:xfrm>
                <a:off x="8680" y="9601"/>
                <a:ext cx="2923" cy="822"/>
              </a:xfrm>
              <a:prstGeom prst="rect">
                <a:avLst/>
              </a:prstGeom>
            </p:spPr>
          </p:pic>
          <p:pic>
            <p:nvPicPr>
              <p:cNvPr id="15" name="图片 14" descr="校训">
                <a:extLst>
                  <a:ext uri="{FF2B5EF4-FFF2-40B4-BE49-F238E27FC236}">
                    <a16:creationId xmlns:a16="http://schemas.microsoft.com/office/drawing/2014/main" id="{AB1B455C-D222-1914-1261-77DF1DA249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8CE80A4-D027-7828-3D29-5436C4C1D9A8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6788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38FC34C2-0BC7-02E1-E78C-40A2DC28C59F}"/>
              </a:ext>
            </a:extLst>
          </p:cNvPr>
          <p:cNvSpPr/>
          <p:nvPr userDrawn="1"/>
        </p:nvSpPr>
        <p:spPr>
          <a:xfrm>
            <a:off x="4038600" y="926788"/>
            <a:ext cx="8043985" cy="4867022"/>
          </a:xfrm>
          <a:prstGeom prst="rect">
            <a:avLst/>
          </a:prstGeom>
          <a:solidFill>
            <a:srgbClr val="F2879B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CE9D78-4FB3-C419-AAA6-79B76CC606EB}"/>
              </a:ext>
            </a:extLst>
          </p:cNvPr>
          <p:cNvSpPr/>
          <p:nvPr userDrawn="1"/>
        </p:nvSpPr>
        <p:spPr>
          <a:xfrm>
            <a:off x="639445" y="-635"/>
            <a:ext cx="2659380" cy="6858635"/>
          </a:xfrm>
          <a:prstGeom prst="rect">
            <a:avLst/>
          </a:prstGeom>
          <a:solidFill>
            <a:srgbClr val="FBD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22C037-7A7B-61F0-C7B7-BB37CD50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0D4CE-524F-2034-4A20-57CBB38A1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A2764F-A413-276C-F9CD-9068553E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41C9090-EA5C-18C4-E75D-B7B9EAE6D7C4}"/>
              </a:ext>
            </a:extLst>
          </p:cNvPr>
          <p:cNvGrpSpPr/>
          <p:nvPr userDrawn="1"/>
        </p:nvGrpSpPr>
        <p:grpSpPr>
          <a:xfrm>
            <a:off x="-10795" y="0"/>
            <a:ext cx="2016760" cy="525780"/>
            <a:chOff x="16035" y="0"/>
            <a:chExt cx="3176" cy="828"/>
          </a:xfrm>
        </p:grpSpPr>
        <p:sp>
          <p:nvSpPr>
            <p:cNvPr id="9" name="单圆角矩形 16">
              <a:extLst>
                <a:ext uri="{FF2B5EF4-FFF2-40B4-BE49-F238E27FC236}">
                  <a16:creationId xmlns:a16="http://schemas.microsoft.com/office/drawing/2014/main" id="{B86F6F2D-FFC1-BC90-D1D4-D7A71B05480F}"/>
                </a:ext>
              </a:extLst>
            </p:cNvPr>
            <p:cNvSpPr/>
            <p:nvPr/>
          </p:nvSpPr>
          <p:spPr>
            <a:xfrm rot="10800000" flipH="1">
              <a:off x="16035" y="0"/>
              <a:ext cx="3177" cy="828"/>
            </a:xfrm>
            <a:prstGeom prst="round1Rect">
              <a:avLst>
                <a:gd name="adj" fmla="val 0"/>
              </a:avLst>
            </a:prstGeom>
            <a:solidFill>
              <a:srgbClr val="F39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 descr="图片1">
              <a:extLst>
                <a:ext uri="{FF2B5EF4-FFF2-40B4-BE49-F238E27FC236}">
                  <a16:creationId xmlns:a16="http://schemas.microsoft.com/office/drawing/2014/main" id="{90EFA158-DA28-F0E2-E3C0-83F89F886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307" b="10307"/>
            <a:stretch>
              <a:fillRect/>
            </a:stretch>
          </p:blipFill>
          <p:spPr>
            <a:xfrm>
              <a:off x="16289" y="83"/>
              <a:ext cx="2669" cy="662"/>
            </a:xfrm>
            <a:prstGeom prst="rect">
              <a:avLst/>
            </a:prstGeom>
          </p:spPr>
        </p:pic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7F699404-0C0A-3B80-39A0-8417B35CCCE2}"/>
              </a:ext>
            </a:extLst>
          </p:cNvPr>
          <p:cNvSpPr/>
          <p:nvPr userDrawn="1"/>
        </p:nvSpPr>
        <p:spPr>
          <a:xfrm>
            <a:off x="3581399" y="443215"/>
            <a:ext cx="7875955" cy="4867022"/>
          </a:xfrm>
          <a:prstGeom prst="rect">
            <a:avLst/>
          </a:prstGeom>
          <a:solidFill>
            <a:srgbClr val="FDEEEE">
              <a:alpha val="8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 descr="花＆蜜蜂">
            <a:extLst>
              <a:ext uri="{FF2B5EF4-FFF2-40B4-BE49-F238E27FC236}">
                <a16:creationId xmlns:a16="http://schemas.microsoft.com/office/drawing/2014/main" id="{5B8AAB37-0661-F76C-5340-F09CEFADF49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632467">
            <a:off x="1760054" y="1704482"/>
            <a:ext cx="2286394" cy="342914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834863-33C7-8B2A-EE27-28AE62CE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950257"/>
            <a:ext cx="7046934" cy="1054100"/>
          </a:xfrm>
        </p:spPr>
        <p:txBody>
          <a:bodyPr>
            <a:noAutofit/>
          </a:bodyPr>
          <a:lstStyle>
            <a:lvl1pPr>
              <a:defRPr lang="zh-CN" altLang="en-US" sz="4400" b="1" kern="1200" dirty="0">
                <a:solidFill>
                  <a:srgbClr val="EA929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3F92A3-F2F1-90B3-6A57-E08590B55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836" y="2105458"/>
            <a:ext cx="6928964" cy="351872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13" name="图片 27" descr="桃花">
            <a:extLst>
              <a:ext uri="{FF2B5EF4-FFF2-40B4-BE49-F238E27FC236}">
                <a16:creationId xmlns:a16="http://schemas.microsoft.com/office/drawing/2014/main" id="{338A3D9C-BA22-1492-02C2-F5056090468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460000">
            <a:off x="3585132" y="2121192"/>
            <a:ext cx="836295" cy="83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66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F63F5BE-008B-5A13-9530-2F8419276ACE}"/>
              </a:ext>
            </a:extLst>
          </p:cNvPr>
          <p:cNvSpPr/>
          <p:nvPr userDrawn="1"/>
        </p:nvSpPr>
        <p:spPr>
          <a:xfrm>
            <a:off x="0" y="1318260"/>
            <a:ext cx="12286615" cy="4565015"/>
          </a:xfrm>
          <a:prstGeom prst="rect">
            <a:avLst/>
          </a:prstGeom>
          <a:solidFill>
            <a:srgbClr val="FFD5DF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72545BB-F49F-AD7E-9E1B-D6D2E2A27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zh-CN" altLang="en-US" sz="4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方正小标宋_GBK" panose="02000000000000000000" charset="-122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47F95A-39D5-68D7-AE77-2049AFBC5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8A17D0-A17E-71F2-4BEC-6C8B3595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2247AB-4AD0-5CD1-895E-DA9D3176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2DC22-062D-8A1B-DB54-79C9DFAD8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3FA5FB6FC8F5E4DA6F86E9DE44B43EDD">
            <a:extLst>
              <a:ext uri="{FF2B5EF4-FFF2-40B4-BE49-F238E27FC236}">
                <a16:creationId xmlns:a16="http://schemas.microsoft.com/office/drawing/2014/main" id="{45C0884D-0F03-1A10-DA4A-6922D917B2C5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 l="3549" r="36673" b="86861"/>
          <a:stretch>
            <a:fillRect/>
          </a:stretch>
        </p:blipFill>
        <p:spPr>
          <a:xfrm>
            <a:off x="196382" y="15775"/>
            <a:ext cx="3168650" cy="986155"/>
          </a:xfrm>
          <a:prstGeom prst="rect">
            <a:avLst/>
          </a:prstGeom>
          <a:effectLst/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ACE03DED-C4F5-5582-C5A7-A43CF3C2A567}"/>
              </a:ext>
            </a:extLst>
          </p:cNvPr>
          <p:cNvGrpSpPr/>
          <p:nvPr userDrawn="1"/>
        </p:nvGrpSpPr>
        <p:grpSpPr>
          <a:xfrm>
            <a:off x="927735" y="2133174"/>
            <a:ext cx="6221730" cy="1112520"/>
            <a:chOff x="4446" y="3381"/>
            <a:chExt cx="9798" cy="175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F00747B-CC68-1EC5-10D9-2B0EAD9D5DE7}"/>
                </a:ext>
              </a:extLst>
            </p:cNvPr>
            <p:cNvSpPr txBox="1"/>
            <p:nvPr userDrawn="1"/>
          </p:nvSpPr>
          <p:spPr>
            <a:xfrm>
              <a:off x="6213" y="3621"/>
              <a:ext cx="8031" cy="15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方正小标宋_GBK" panose="02000000000000000000" charset="-122"/>
                  <a:cs typeface="+mj-lt"/>
                </a:rPr>
                <a:t>PART. </a:t>
              </a:r>
            </a:p>
          </p:txBody>
        </p:sp>
        <p:pic>
          <p:nvPicPr>
            <p:cNvPr id="11" name="图片 13" descr="花 (1)">
              <a:extLst>
                <a:ext uri="{FF2B5EF4-FFF2-40B4-BE49-F238E27FC236}">
                  <a16:creationId xmlns:a16="http://schemas.microsoft.com/office/drawing/2014/main" id="{97BF1FC7-A567-72F6-8773-67E5D3CE8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46" y="3381"/>
              <a:ext cx="1656" cy="1656"/>
            </a:xfrm>
            <a:prstGeom prst="rect">
              <a:avLst/>
            </a:prstGeom>
          </p:spPr>
        </p:pic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DD07383-6CB5-83EF-A60F-2F47251110A7}"/>
              </a:ext>
            </a:extLst>
          </p:cNvPr>
          <p:cNvGrpSpPr/>
          <p:nvPr userDrawn="1"/>
        </p:nvGrpSpPr>
        <p:grpSpPr>
          <a:xfrm>
            <a:off x="4837430" y="6194425"/>
            <a:ext cx="2731770" cy="447675"/>
            <a:chOff x="7412" y="9857"/>
            <a:chExt cx="4302" cy="705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1D117510-300B-0B3D-8DF9-718EC3472145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5" name="图片 14" descr="校训">
                <a:extLst>
                  <a:ext uri="{FF2B5EF4-FFF2-40B4-BE49-F238E27FC236}">
                    <a16:creationId xmlns:a16="http://schemas.microsoft.com/office/drawing/2014/main" id="{7B46DBF9-FB21-36B1-5AFA-3055456C90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6" name="图片 15" descr="校训">
                <a:extLst>
                  <a:ext uri="{FF2B5EF4-FFF2-40B4-BE49-F238E27FC236}">
                    <a16:creationId xmlns:a16="http://schemas.microsoft.com/office/drawing/2014/main" id="{C0B6F58B-CE0D-FC1A-39BE-48996B62A5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E24A64F1-87EE-024E-AFD9-4FAC1CBF0351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3293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2">
            <a:extLst>
              <a:ext uri="{FF2B5EF4-FFF2-40B4-BE49-F238E27FC236}">
                <a16:creationId xmlns:a16="http://schemas.microsoft.com/office/drawing/2014/main" id="{7C30E7C9-D59A-CB71-933E-D0E825EDBF67}"/>
              </a:ext>
            </a:extLst>
          </p:cNvPr>
          <p:cNvSpPr/>
          <p:nvPr userDrawn="1"/>
        </p:nvSpPr>
        <p:spPr>
          <a:xfrm>
            <a:off x="456966" y="3390079"/>
            <a:ext cx="5177207" cy="2438400"/>
          </a:xfrm>
          <a:prstGeom prst="roundRect">
            <a:avLst/>
          </a:prstGeom>
          <a:solidFill>
            <a:schemeClr val="accent6">
              <a:lumMod val="60000"/>
              <a:lumOff val="4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5">
            <a:extLst>
              <a:ext uri="{FF2B5EF4-FFF2-40B4-BE49-F238E27FC236}">
                <a16:creationId xmlns:a16="http://schemas.microsoft.com/office/drawing/2014/main" id="{2C893C6C-570D-EA8D-BC3A-96DFDD89A194}"/>
              </a:ext>
            </a:extLst>
          </p:cNvPr>
          <p:cNvSpPr/>
          <p:nvPr userDrawn="1"/>
        </p:nvSpPr>
        <p:spPr>
          <a:xfrm>
            <a:off x="1325813" y="786029"/>
            <a:ext cx="5225300" cy="2438400"/>
          </a:xfrm>
          <a:prstGeom prst="round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38F541-A423-B1C7-FA36-CF32AC6A4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69252" y="922756"/>
            <a:ext cx="4784376" cy="2095832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DD21A3-B740-9627-2F02-5150F9616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3557645"/>
            <a:ext cx="4443663" cy="22014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F8101B-90D1-5684-CFDC-B9E066006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E3AE5C-0186-90CC-2AFB-E1775306D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E7424B-410F-B762-BF93-CB795384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988F43E-25B6-5F20-AA77-0AD45393A738}"/>
              </a:ext>
            </a:extLst>
          </p:cNvPr>
          <p:cNvGrpSpPr/>
          <p:nvPr userDrawn="1"/>
        </p:nvGrpSpPr>
        <p:grpSpPr>
          <a:xfrm>
            <a:off x="-10795" y="0"/>
            <a:ext cx="2016760" cy="525780"/>
            <a:chOff x="16035" y="0"/>
            <a:chExt cx="3176" cy="828"/>
          </a:xfrm>
        </p:grpSpPr>
        <p:sp>
          <p:nvSpPr>
            <p:cNvPr id="9" name="单圆角矩形 13">
              <a:extLst>
                <a:ext uri="{FF2B5EF4-FFF2-40B4-BE49-F238E27FC236}">
                  <a16:creationId xmlns:a16="http://schemas.microsoft.com/office/drawing/2014/main" id="{4D9BF9B1-65C5-2E28-B05C-EB3EC37F9CF2}"/>
                </a:ext>
              </a:extLst>
            </p:cNvPr>
            <p:cNvSpPr/>
            <p:nvPr/>
          </p:nvSpPr>
          <p:spPr>
            <a:xfrm rot="10800000" flipH="1">
              <a:off x="16035" y="0"/>
              <a:ext cx="3177" cy="828"/>
            </a:xfrm>
            <a:prstGeom prst="round1Rect">
              <a:avLst>
                <a:gd name="adj" fmla="val 0"/>
              </a:avLst>
            </a:prstGeom>
            <a:solidFill>
              <a:srgbClr val="F39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 descr="图片1">
              <a:extLst>
                <a:ext uri="{FF2B5EF4-FFF2-40B4-BE49-F238E27FC236}">
                  <a16:creationId xmlns:a16="http://schemas.microsoft.com/office/drawing/2014/main" id="{1CCF3DE4-0341-F13A-3F2A-26A6ED15D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307" b="10307"/>
            <a:stretch>
              <a:fillRect/>
            </a:stretch>
          </p:blipFill>
          <p:spPr>
            <a:xfrm>
              <a:off x="16289" y="83"/>
              <a:ext cx="2669" cy="662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50629CE-6C91-FABC-76AC-38FBCF145EF8}"/>
              </a:ext>
            </a:extLst>
          </p:cNvPr>
          <p:cNvGrpSpPr/>
          <p:nvPr userDrawn="1"/>
        </p:nvGrpSpPr>
        <p:grpSpPr>
          <a:xfrm>
            <a:off x="488950" y="637973"/>
            <a:ext cx="916940" cy="2380615"/>
            <a:chOff x="1157" y="922"/>
            <a:chExt cx="1444" cy="3749"/>
          </a:xfrm>
        </p:grpSpPr>
        <p:pic>
          <p:nvPicPr>
            <p:cNvPr id="12" name="图片 9" descr="桃花">
              <a:extLst>
                <a:ext uri="{FF2B5EF4-FFF2-40B4-BE49-F238E27FC236}">
                  <a16:creationId xmlns:a16="http://schemas.microsoft.com/office/drawing/2014/main" id="{E3A48446-123F-2A05-4EA4-0E7193865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7" y="922"/>
              <a:ext cx="1445" cy="1445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A7BEF72-695D-5D0C-BB5D-D052C5310DCB}"/>
                </a:ext>
              </a:extLst>
            </p:cNvPr>
            <p:cNvSpPr txBox="1"/>
            <p:nvPr/>
          </p:nvSpPr>
          <p:spPr>
            <a:xfrm flipH="1">
              <a:off x="1325" y="2199"/>
              <a:ext cx="966" cy="2472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dist">
                <a:lnSpc>
                  <a:spcPct val="90000"/>
                </a:lnSpc>
              </a:pPr>
              <a:r>
                <a:rPr lang="zh-CN" altLang="en-US" sz="2800" b="1" dirty="0">
                  <a:solidFill>
                    <a:srgbClr val="F39EC2"/>
                  </a:solidFill>
                  <a:latin typeface="微软雅黑" panose="020B0503020204020204" charset="-122"/>
                  <a:ea typeface="微软雅黑" panose="020B0503020204020204" charset="-122"/>
                </a:rPr>
                <a:t>输入标题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134FB66-6DAB-6DDD-5382-17A1178A508D}"/>
              </a:ext>
            </a:extLst>
          </p:cNvPr>
          <p:cNvGrpSpPr/>
          <p:nvPr userDrawn="1"/>
        </p:nvGrpSpPr>
        <p:grpSpPr>
          <a:xfrm>
            <a:off x="5634173" y="3262896"/>
            <a:ext cx="916940" cy="2380615"/>
            <a:chOff x="1157" y="922"/>
            <a:chExt cx="1444" cy="3749"/>
          </a:xfrm>
        </p:grpSpPr>
        <p:pic>
          <p:nvPicPr>
            <p:cNvPr id="17" name="图片 27" descr="桃花">
              <a:extLst>
                <a:ext uri="{FF2B5EF4-FFF2-40B4-BE49-F238E27FC236}">
                  <a16:creationId xmlns:a16="http://schemas.microsoft.com/office/drawing/2014/main" id="{DA301AAF-EEA3-08C1-7329-F96E935C4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57" y="922"/>
              <a:ext cx="1445" cy="1445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9CECB46-EEAF-32BA-3D0F-EDFEC368AF0C}"/>
                </a:ext>
              </a:extLst>
            </p:cNvPr>
            <p:cNvSpPr txBox="1"/>
            <p:nvPr/>
          </p:nvSpPr>
          <p:spPr>
            <a:xfrm flipH="1">
              <a:off x="1325" y="2199"/>
              <a:ext cx="966" cy="2472"/>
            </a:xfrm>
            <a:prstGeom prst="rect">
              <a:avLst/>
            </a:prstGeom>
            <a:noFill/>
          </p:spPr>
          <p:txBody>
            <a:bodyPr vert="eaVert" wrap="square" rtlCol="0">
              <a:noAutofit/>
            </a:bodyPr>
            <a:lstStyle/>
            <a:p>
              <a:pPr algn="dist">
                <a:lnSpc>
                  <a:spcPct val="90000"/>
                </a:lnSpc>
              </a:pPr>
              <a:r>
                <a:rPr lang="zh-CN" altLang="en-US" sz="2800" b="1" dirty="0">
                  <a:solidFill>
                    <a:srgbClr val="F39EC2"/>
                  </a:solidFill>
                  <a:latin typeface="微软雅黑" panose="020B0503020204020204" charset="-122"/>
                  <a:ea typeface="微软雅黑" panose="020B0503020204020204" charset="-122"/>
                </a:rPr>
                <a:t>输入标题</a:t>
              </a:r>
            </a:p>
          </p:txBody>
        </p:sp>
      </p:grpSp>
      <p:pic>
        <p:nvPicPr>
          <p:cNvPr id="19" name="图片 18" descr="花＆蜜蜂">
            <a:extLst>
              <a:ext uri="{FF2B5EF4-FFF2-40B4-BE49-F238E27FC236}">
                <a16:creationId xmlns:a16="http://schemas.microsoft.com/office/drawing/2014/main" id="{102E8840-1AA7-5645-74E8-6F11222709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flipH="1">
            <a:off x="8627110" y="755015"/>
            <a:ext cx="3564890" cy="5347335"/>
          </a:xfrm>
          <a:prstGeom prst="rect">
            <a:avLst/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2A02D44A-BAC2-5858-F5D1-8A5F6EED3084}"/>
              </a:ext>
            </a:extLst>
          </p:cNvPr>
          <p:cNvSpPr/>
          <p:nvPr userDrawn="1"/>
        </p:nvSpPr>
        <p:spPr>
          <a:xfrm rot="13680000">
            <a:off x="7130415" y="1365250"/>
            <a:ext cx="3897630" cy="3825875"/>
          </a:xfrm>
          <a:prstGeom prst="ellipse">
            <a:avLst/>
          </a:prstGeom>
          <a:solidFill>
            <a:schemeClr val="accent6">
              <a:lumMod val="20000"/>
              <a:lumOff val="80000"/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4FCA2A5-7B10-E308-4E56-9FDD0AC70C5C}"/>
              </a:ext>
            </a:extLst>
          </p:cNvPr>
          <p:cNvSpPr/>
          <p:nvPr userDrawn="1"/>
        </p:nvSpPr>
        <p:spPr>
          <a:xfrm rot="13680000">
            <a:off x="7091045" y="1633855"/>
            <a:ext cx="3511550" cy="331851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2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003FF38-8991-EE26-656F-907777EB4CE3}"/>
              </a:ext>
            </a:extLst>
          </p:cNvPr>
          <p:cNvSpPr/>
          <p:nvPr userDrawn="1"/>
        </p:nvSpPr>
        <p:spPr>
          <a:xfrm>
            <a:off x="944245" y="824865"/>
            <a:ext cx="517525" cy="1165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1CA5CF-043D-7768-D075-03AD0894BA51}"/>
              </a:ext>
            </a:extLst>
          </p:cNvPr>
          <p:cNvSpPr/>
          <p:nvPr userDrawn="1"/>
        </p:nvSpPr>
        <p:spPr>
          <a:xfrm>
            <a:off x="1784350" y="824865"/>
            <a:ext cx="517525" cy="11658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568A31-3A7D-0623-3B35-EF8D7A10DF05}"/>
              </a:ext>
            </a:extLst>
          </p:cNvPr>
          <p:cNvSpPr/>
          <p:nvPr userDrawn="1"/>
        </p:nvSpPr>
        <p:spPr>
          <a:xfrm>
            <a:off x="635" y="835025"/>
            <a:ext cx="12245340" cy="1155700"/>
          </a:xfrm>
          <a:prstGeom prst="rect">
            <a:avLst/>
          </a:prstGeom>
          <a:solidFill>
            <a:srgbClr val="FBD7DE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DE1F85-3F6D-1FCB-6DC8-8A6B6757BBEC}"/>
              </a:ext>
            </a:extLst>
          </p:cNvPr>
          <p:cNvSpPr/>
          <p:nvPr userDrawn="1"/>
        </p:nvSpPr>
        <p:spPr>
          <a:xfrm>
            <a:off x="-635" y="2566670"/>
            <a:ext cx="12192635" cy="3959225"/>
          </a:xfrm>
          <a:prstGeom prst="rect">
            <a:avLst/>
          </a:prstGeom>
          <a:solidFill>
            <a:srgbClr val="F2879B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 8">
            <a:extLst>
              <a:ext uri="{FF2B5EF4-FFF2-40B4-BE49-F238E27FC236}">
                <a16:creationId xmlns:a16="http://schemas.microsoft.com/office/drawing/2014/main" id="{8279D42B-7A06-B997-DD07-3BC52B1B1AA4}"/>
              </a:ext>
            </a:extLst>
          </p:cNvPr>
          <p:cNvSpPr/>
          <p:nvPr userDrawn="1"/>
        </p:nvSpPr>
        <p:spPr>
          <a:xfrm rot="5400000">
            <a:off x="6103620" y="4046855"/>
            <a:ext cx="1302385" cy="69024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101" h="2396">
                <a:moveTo>
                  <a:pt x="0" y="0"/>
                </a:moveTo>
                <a:lnTo>
                  <a:pt x="5101" y="0"/>
                </a:lnTo>
                <a:lnTo>
                  <a:pt x="5101" y="5"/>
                </a:lnTo>
                <a:cubicBezTo>
                  <a:pt x="5016" y="1340"/>
                  <a:pt x="3907" y="2396"/>
                  <a:pt x="2551" y="2396"/>
                </a:cubicBezTo>
                <a:cubicBezTo>
                  <a:pt x="1194" y="2396"/>
                  <a:pt x="85" y="1340"/>
                  <a:pt x="0" y="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6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 24">
            <a:extLst>
              <a:ext uri="{FF2B5EF4-FFF2-40B4-BE49-F238E27FC236}">
                <a16:creationId xmlns:a16="http://schemas.microsoft.com/office/drawing/2014/main" id="{4846CEEC-96AD-06F1-BE9D-D08412D77447}"/>
              </a:ext>
            </a:extLst>
          </p:cNvPr>
          <p:cNvSpPr/>
          <p:nvPr userDrawn="1"/>
        </p:nvSpPr>
        <p:spPr>
          <a:xfrm rot="16200000">
            <a:off x="6793865" y="5449570"/>
            <a:ext cx="1302385" cy="69024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101" h="2396">
                <a:moveTo>
                  <a:pt x="0" y="0"/>
                </a:moveTo>
                <a:lnTo>
                  <a:pt x="5101" y="0"/>
                </a:lnTo>
                <a:lnTo>
                  <a:pt x="5101" y="5"/>
                </a:lnTo>
                <a:cubicBezTo>
                  <a:pt x="5016" y="1340"/>
                  <a:pt x="3907" y="2396"/>
                  <a:pt x="2551" y="2396"/>
                </a:cubicBezTo>
                <a:cubicBezTo>
                  <a:pt x="1194" y="2396"/>
                  <a:pt x="85" y="1340"/>
                  <a:pt x="0" y="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6F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任意多边形 6">
            <a:extLst>
              <a:ext uri="{FF2B5EF4-FFF2-40B4-BE49-F238E27FC236}">
                <a16:creationId xmlns:a16="http://schemas.microsoft.com/office/drawing/2014/main" id="{7558596A-8591-98AE-6698-6097446A603E}"/>
              </a:ext>
            </a:extLst>
          </p:cNvPr>
          <p:cNvSpPr/>
          <p:nvPr userDrawn="1"/>
        </p:nvSpPr>
        <p:spPr>
          <a:xfrm>
            <a:off x="1350645" y="2566670"/>
            <a:ext cx="4180840" cy="185483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l" t="t" r="r" b="b"/>
            <a:pathLst>
              <a:path w="5101" h="2396">
                <a:moveTo>
                  <a:pt x="0" y="0"/>
                </a:moveTo>
                <a:lnTo>
                  <a:pt x="5101" y="0"/>
                </a:lnTo>
                <a:lnTo>
                  <a:pt x="5101" y="5"/>
                </a:lnTo>
                <a:cubicBezTo>
                  <a:pt x="5016" y="1340"/>
                  <a:pt x="3907" y="2396"/>
                  <a:pt x="2551" y="2396"/>
                </a:cubicBezTo>
                <a:cubicBezTo>
                  <a:pt x="1194" y="2396"/>
                  <a:pt x="85" y="1340"/>
                  <a:pt x="0" y="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6F8"/>
          </a:solidFill>
          <a:ln>
            <a:noFill/>
          </a:ln>
          <a:effectLst>
            <a:outerShdw blurRad="50800" dist="50800" dir="5400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700D14-47A0-9A5B-44C5-FD719A656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45" y="2847807"/>
            <a:ext cx="4078204" cy="823912"/>
          </a:xfrm>
        </p:spPr>
        <p:txBody>
          <a:bodyPr anchor="b">
            <a:noAutofit/>
          </a:bodyPr>
          <a:lstStyle>
            <a:lvl1pPr marL="0" indent="0" algn="ctr">
              <a:buNone/>
              <a:defRPr lang="zh-CN" altLang="en-US" sz="4400" b="1" kern="1200" dirty="0">
                <a:solidFill>
                  <a:srgbClr val="EA929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EB90ED4-B210-9C5F-2A46-AE8E247FC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727" y="4421505"/>
            <a:ext cx="5151254" cy="1768157"/>
          </a:xfrm>
        </p:spPr>
        <p:txBody>
          <a:bodyPr>
            <a:normAutofit/>
          </a:bodyPr>
          <a:lstStyle>
            <a:lvl1pPr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4F366A-C1D3-9110-9EB7-98A21B76E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03705" y="5482274"/>
            <a:ext cx="5183188" cy="823912"/>
          </a:xfrm>
        </p:spPr>
        <p:txBody>
          <a:bodyPr anchor="b">
            <a:noAutofit/>
          </a:bodyPr>
          <a:lstStyle>
            <a:lvl1pPr marL="0" indent="0">
              <a:buNone/>
              <a:defRPr lang="zh-CN" altLang="en-US" sz="4400" b="1" kern="1200" dirty="0">
                <a:solidFill>
                  <a:srgbClr val="EA929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AEFBB40-D92A-E396-000C-D69C7EC22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60261" y="3078586"/>
            <a:ext cx="4479758" cy="161357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zh-CN" altLang="en-US" sz="20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BF8BF8B-C8B1-92CF-1CE3-D541C940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DD4BF8-09A4-BB86-4E8E-CC82444E4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9562FD-D52A-93DD-ADCA-0A1C6149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8BF16A4-D6D7-8670-C44E-6224CDC162A1}"/>
              </a:ext>
            </a:extLst>
          </p:cNvPr>
          <p:cNvGrpSpPr/>
          <p:nvPr userDrawn="1"/>
        </p:nvGrpSpPr>
        <p:grpSpPr>
          <a:xfrm>
            <a:off x="-10795" y="0"/>
            <a:ext cx="2016760" cy="525780"/>
            <a:chOff x="16035" y="0"/>
            <a:chExt cx="3176" cy="828"/>
          </a:xfrm>
        </p:grpSpPr>
        <p:sp>
          <p:nvSpPr>
            <p:cNvPr id="11" name="单圆角矩形 33">
              <a:extLst>
                <a:ext uri="{FF2B5EF4-FFF2-40B4-BE49-F238E27FC236}">
                  <a16:creationId xmlns:a16="http://schemas.microsoft.com/office/drawing/2014/main" id="{4428BB84-2821-BE98-EACB-F4AEA0E37F25}"/>
                </a:ext>
              </a:extLst>
            </p:cNvPr>
            <p:cNvSpPr/>
            <p:nvPr/>
          </p:nvSpPr>
          <p:spPr>
            <a:xfrm rot="10800000" flipH="1">
              <a:off x="16035" y="0"/>
              <a:ext cx="3177" cy="828"/>
            </a:xfrm>
            <a:prstGeom prst="round1Rect">
              <a:avLst>
                <a:gd name="adj" fmla="val 0"/>
              </a:avLst>
            </a:prstGeom>
            <a:solidFill>
              <a:srgbClr val="F39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 descr="图片1">
              <a:extLst>
                <a:ext uri="{FF2B5EF4-FFF2-40B4-BE49-F238E27FC236}">
                  <a16:creationId xmlns:a16="http://schemas.microsoft.com/office/drawing/2014/main" id="{AEEC2C85-18D0-AF6D-A47C-16257C050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0307" b="10307"/>
            <a:stretch>
              <a:fillRect/>
            </a:stretch>
          </p:blipFill>
          <p:spPr>
            <a:xfrm>
              <a:off x="16289" y="83"/>
              <a:ext cx="2669" cy="662"/>
            </a:xfrm>
            <a:prstGeom prst="rect">
              <a:avLst/>
            </a:prstGeom>
          </p:spPr>
        </p:pic>
      </p:grpSp>
      <p:pic>
        <p:nvPicPr>
          <p:cNvPr id="20" name="图片 19" descr="立春">
            <a:extLst>
              <a:ext uri="{FF2B5EF4-FFF2-40B4-BE49-F238E27FC236}">
                <a16:creationId xmlns:a16="http://schemas.microsoft.com/office/drawing/2014/main" id="{13FE2C92-3DBF-1E1D-27E6-6DF987E8D5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7880032" y="-750146"/>
            <a:ext cx="2998470" cy="455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34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50EF015-FC8B-F68A-D272-71113A43A0C7}"/>
              </a:ext>
            </a:extLst>
          </p:cNvPr>
          <p:cNvSpPr/>
          <p:nvPr userDrawn="1"/>
        </p:nvSpPr>
        <p:spPr>
          <a:xfrm>
            <a:off x="0" y="1318260"/>
            <a:ext cx="12286615" cy="4565015"/>
          </a:xfrm>
          <a:prstGeom prst="rect">
            <a:avLst/>
          </a:prstGeom>
          <a:solidFill>
            <a:srgbClr val="FFD5DF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C627C1A-695D-6C7B-C4B3-C27F6BD38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3210" y="3429000"/>
            <a:ext cx="10515600" cy="1325563"/>
          </a:xfrm>
        </p:spPr>
        <p:txBody>
          <a:bodyPr>
            <a:normAutofit/>
          </a:bodyPr>
          <a:lstStyle>
            <a:lvl1pPr>
              <a:defRPr lang="zh-CN" altLang="en-US" sz="4800" b="1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方正小标宋_GBK" panose="02000000000000000000" charset="-122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5D0D63-8CA3-2E5A-F148-B1AC22F09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A64974-0620-24FB-1117-D85AB334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5A8480-3F4A-CE68-D4C7-1E83088B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 descr="3FA5FB6FC8F5E4DA6F86E9DE44B43EDD">
            <a:extLst>
              <a:ext uri="{FF2B5EF4-FFF2-40B4-BE49-F238E27FC236}">
                <a16:creationId xmlns:a16="http://schemas.microsoft.com/office/drawing/2014/main" id="{3E850847-7CD0-F000-7840-876225E50FDB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 l="3549" r="36673" b="86861"/>
          <a:stretch>
            <a:fillRect/>
          </a:stretch>
        </p:blipFill>
        <p:spPr>
          <a:xfrm>
            <a:off x="180340" y="136525"/>
            <a:ext cx="3168650" cy="986155"/>
          </a:xfrm>
          <a:prstGeom prst="rect">
            <a:avLst/>
          </a:prstGeom>
          <a:effectLst/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5DE1B1CC-A7B7-3F02-5CF1-3AA497DD6AFB}"/>
              </a:ext>
            </a:extLst>
          </p:cNvPr>
          <p:cNvGrpSpPr/>
          <p:nvPr userDrawn="1"/>
        </p:nvGrpSpPr>
        <p:grpSpPr>
          <a:xfrm>
            <a:off x="4837430" y="6194425"/>
            <a:ext cx="2731770" cy="447675"/>
            <a:chOff x="7412" y="9857"/>
            <a:chExt cx="4302" cy="7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7337FB7-8AA2-A46A-9D3A-B63271E00431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2" name="图片 11" descr="校训">
                <a:extLst>
                  <a:ext uri="{FF2B5EF4-FFF2-40B4-BE49-F238E27FC236}">
                    <a16:creationId xmlns:a16="http://schemas.microsoft.com/office/drawing/2014/main" id="{A9651A98-5A90-2113-EFFB-61DB18BE6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3" name="图片 12" descr="校训">
                <a:extLst>
                  <a:ext uri="{FF2B5EF4-FFF2-40B4-BE49-F238E27FC236}">
                    <a16:creationId xmlns:a16="http://schemas.microsoft.com/office/drawing/2014/main" id="{DBC4B459-2682-AB14-6996-8AB41E938F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F935B60-8E54-4766-90EE-0FAF7689F823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DE3EE35-B029-88E9-2B85-FF44307EAB56}"/>
              </a:ext>
            </a:extLst>
          </p:cNvPr>
          <p:cNvGrpSpPr/>
          <p:nvPr userDrawn="1"/>
        </p:nvGrpSpPr>
        <p:grpSpPr>
          <a:xfrm>
            <a:off x="2823210" y="2146935"/>
            <a:ext cx="6221730" cy="1112520"/>
            <a:chOff x="4446" y="3381"/>
            <a:chExt cx="9798" cy="175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5637956-E6F1-9B3B-6348-69CA1D015AC3}"/>
                </a:ext>
              </a:extLst>
            </p:cNvPr>
            <p:cNvSpPr txBox="1"/>
            <p:nvPr userDrawn="1"/>
          </p:nvSpPr>
          <p:spPr>
            <a:xfrm>
              <a:off x="6213" y="3621"/>
              <a:ext cx="8031" cy="15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4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ea typeface="方正小标宋_GBK" panose="02000000000000000000" charset="-122"/>
                  <a:cs typeface="+mj-lt"/>
                </a:rPr>
                <a:t>PART. </a:t>
              </a:r>
            </a:p>
          </p:txBody>
        </p:sp>
        <p:pic>
          <p:nvPicPr>
            <p:cNvPr id="21" name="图片 13" descr="花 (1)">
              <a:extLst>
                <a:ext uri="{FF2B5EF4-FFF2-40B4-BE49-F238E27FC236}">
                  <a16:creationId xmlns:a16="http://schemas.microsoft.com/office/drawing/2014/main" id="{6C4281B5-F57D-6B30-1E18-E118AE9B6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46" y="3381"/>
              <a:ext cx="1656" cy="16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7979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569BE8-193E-3221-AE02-815731AE3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7BB877-6B83-BC5B-0305-11BD26EE9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BCB286-E74E-F9C8-BB15-A3C8C959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9368DEB-212C-42C0-8132-5242CBF12614}"/>
              </a:ext>
            </a:extLst>
          </p:cNvPr>
          <p:cNvGrpSpPr/>
          <p:nvPr userDrawn="1"/>
        </p:nvGrpSpPr>
        <p:grpSpPr>
          <a:xfrm>
            <a:off x="10335895" y="-52070"/>
            <a:ext cx="2016760" cy="525780"/>
            <a:chOff x="16035" y="0"/>
            <a:chExt cx="3176" cy="828"/>
          </a:xfrm>
        </p:grpSpPr>
        <p:sp>
          <p:nvSpPr>
            <p:cNvPr id="6" name="单圆角矩形 11">
              <a:extLst>
                <a:ext uri="{FF2B5EF4-FFF2-40B4-BE49-F238E27FC236}">
                  <a16:creationId xmlns:a16="http://schemas.microsoft.com/office/drawing/2014/main" id="{B295D8A0-53DC-BBEB-F89F-BFA01032A9FA}"/>
                </a:ext>
              </a:extLst>
            </p:cNvPr>
            <p:cNvSpPr/>
            <p:nvPr/>
          </p:nvSpPr>
          <p:spPr>
            <a:xfrm rot="10800000" flipH="1">
              <a:off x="16035" y="0"/>
              <a:ext cx="3177" cy="828"/>
            </a:xfrm>
            <a:prstGeom prst="round1Rect">
              <a:avLst>
                <a:gd name="adj" fmla="val 0"/>
              </a:avLst>
            </a:prstGeom>
            <a:solidFill>
              <a:srgbClr val="F39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 descr="图片1">
              <a:extLst>
                <a:ext uri="{FF2B5EF4-FFF2-40B4-BE49-F238E27FC236}">
                  <a16:creationId xmlns:a16="http://schemas.microsoft.com/office/drawing/2014/main" id="{B713CF60-5CF4-6860-9A99-CFE07B051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307" b="10307"/>
            <a:stretch>
              <a:fillRect/>
            </a:stretch>
          </p:blipFill>
          <p:spPr>
            <a:xfrm>
              <a:off x="16289" y="83"/>
              <a:ext cx="2669" cy="662"/>
            </a:xfrm>
            <a:prstGeom prst="rect">
              <a:avLst/>
            </a:prstGeom>
          </p:spPr>
        </p:pic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A3636A68-8CF7-C3B7-7557-7A76AA6BD532}"/>
              </a:ext>
            </a:extLst>
          </p:cNvPr>
          <p:cNvSpPr/>
          <p:nvPr userDrawn="1"/>
        </p:nvSpPr>
        <p:spPr>
          <a:xfrm>
            <a:off x="0" y="1318260"/>
            <a:ext cx="12286615" cy="4565015"/>
          </a:xfrm>
          <a:prstGeom prst="rect">
            <a:avLst/>
          </a:prstGeom>
          <a:solidFill>
            <a:srgbClr val="FFFFFE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6BACB87-5FB3-3754-A3E6-6D9669F2A068}"/>
              </a:ext>
            </a:extLst>
          </p:cNvPr>
          <p:cNvGrpSpPr/>
          <p:nvPr userDrawn="1"/>
        </p:nvGrpSpPr>
        <p:grpSpPr>
          <a:xfrm>
            <a:off x="4461510" y="6151880"/>
            <a:ext cx="2731770" cy="447675"/>
            <a:chOff x="7412" y="9857"/>
            <a:chExt cx="4302" cy="705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926C7D99-F22B-0704-0163-7D5462D9EB13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2" name="图片 11" descr="校训">
                <a:extLst>
                  <a:ext uri="{FF2B5EF4-FFF2-40B4-BE49-F238E27FC236}">
                    <a16:creationId xmlns:a16="http://schemas.microsoft.com/office/drawing/2014/main" id="{8297CD5E-C050-3D68-E291-CE3FC62D8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3" name="图片 12" descr="校训">
                <a:extLst>
                  <a:ext uri="{FF2B5EF4-FFF2-40B4-BE49-F238E27FC236}">
                    <a16:creationId xmlns:a16="http://schemas.microsoft.com/office/drawing/2014/main" id="{B88D0611-2356-3A1C-DE11-76C3730146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BBD948EA-3CC2-04A6-99D3-641A8C56F683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895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BE4EE-3036-EC1E-FF18-0D12C1AB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lang="zh-CN" altLang="en-US" sz="4800" b="1" kern="1200" dirty="0">
                <a:solidFill>
                  <a:srgbClr val="F39EC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C33830-AC36-48B5-D5A1-DBF9992B3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lang="zh-CN" altLang="en-US" sz="32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微软雅黑" panose="020B0503020204020204" charset="-122"/>
                <a:cs typeface="+mn-lt"/>
              </a:defRPr>
            </a:lvl1pPr>
            <a:lvl2pPr>
              <a:defRPr lang="zh-CN" altLang="en-US" sz="32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微软雅黑" panose="020B0503020204020204" charset="-122"/>
                <a:cs typeface="+mn-lt"/>
              </a:defRPr>
            </a:lvl2pPr>
            <a:lvl3pPr>
              <a:defRPr lang="zh-CN" altLang="en-US" sz="32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微软雅黑" panose="020B0503020204020204" charset="-122"/>
                <a:cs typeface="+mn-lt"/>
              </a:defRPr>
            </a:lvl3pPr>
            <a:lvl4pPr>
              <a:defRPr lang="zh-CN" altLang="en-US" sz="32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微软雅黑" panose="020B0503020204020204" charset="-122"/>
                <a:cs typeface="+mn-lt"/>
              </a:defRPr>
            </a:lvl4pPr>
            <a:lvl5pPr>
              <a:defRPr lang="zh-CN" altLang="en-US" sz="3200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微软雅黑" panose="020B0503020204020204" charset="-122"/>
                <a:cs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BE4557-DDB9-137B-C568-6216AE5C0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lang="zh-CN" altLang="en-US" sz="3200" kern="1200" dirty="0">
                <a:solidFill>
                  <a:schemeClr val="accent4">
                    <a:lumMod val="50000"/>
                  </a:schemeClr>
                </a:solidFill>
                <a:latin typeface="+mn-lt"/>
                <a:ea typeface="微软雅黑" panose="020B0503020204020204" charset="-122"/>
                <a:cs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B7FA80-B269-58D6-1F6A-97D34A3F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1559DC-63F9-619C-E991-0917CA65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5B5AB5-F96F-A0D7-B371-8963CC34D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D31C45F-7620-5450-A101-AEB7388EA5CD}"/>
              </a:ext>
            </a:extLst>
          </p:cNvPr>
          <p:cNvGrpSpPr/>
          <p:nvPr userDrawn="1"/>
        </p:nvGrpSpPr>
        <p:grpSpPr>
          <a:xfrm>
            <a:off x="4837430" y="6194425"/>
            <a:ext cx="2731770" cy="447675"/>
            <a:chOff x="7412" y="9857"/>
            <a:chExt cx="4302" cy="70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C3984D34-563A-1E40-C3CC-29FCB873E28C}"/>
                </a:ext>
              </a:extLst>
            </p:cNvPr>
            <p:cNvGrpSpPr/>
            <p:nvPr/>
          </p:nvGrpSpPr>
          <p:grpSpPr>
            <a:xfrm>
              <a:off x="7760" y="10070"/>
              <a:ext cx="3609" cy="493"/>
              <a:chOff x="5228" y="9596"/>
              <a:chExt cx="6374" cy="870"/>
            </a:xfrm>
          </p:grpSpPr>
          <p:pic>
            <p:nvPicPr>
              <p:cNvPr id="11" name="图片 10" descr="校训">
                <a:extLst>
                  <a:ext uri="{FF2B5EF4-FFF2-40B4-BE49-F238E27FC236}">
                    <a16:creationId xmlns:a16="http://schemas.microsoft.com/office/drawing/2014/main" id="{D0922B20-C4E1-69C2-6D47-F0F3A2FEA4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57673"/>
              <a:stretch>
                <a:fillRect/>
              </a:stretch>
            </p:blipFill>
            <p:spPr>
              <a:xfrm>
                <a:off x="8680" y="9596"/>
                <a:ext cx="2923" cy="822"/>
              </a:xfrm>
              <a:prstGeom prst="rect">
                <a:avLst/>
              </a:prstGeom>
            </p:spPr>
          </p:pic>
          <p:pic>
            <p:nvPicPr>
              <p:cNvPr id="12" name="图片 11" descr="校训">
                <a:extLst>
                  <a:ext uri="{FF2B5EF4-FFF2-40B4-BE49-F238E27FC236}">
                    <a16:creationId xmlns:a16="http://schemas.microsoft.com/office/drawing/2014/main" id="{FF0F33FD-2675-9DD9-7330-ED2BABD28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58496"/>
              <a:stretch>
                <a:fillRect/>
              </a:stretch>
            </p:blipFill>
            <p:spPr>
              <a:xfrm>
                <a:off x="5228" y="9660"/>
                <a:ext cx="2923" cy="806"/>
              </a:xfrm>
              <a:prstGeom prst="rect">
                <a:avLst/>
              </a:prstGeom>
            </p:spPr>
          </p:pic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EEDFB328-545C-BFFF-268F-E129692B9418}"/>
                </a:ext>
              </a:extLst>
            </p:cNvPr>
            <p:cNvCxnSpPr/>
            <p:nvPr/>
          </p:nvCxnSpPr>
          <p:spPr>
            <a:xfrm flipV="1">
              <a:off x="7412" y="9857"/>
              <a:ext cx="4302" cy="8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19C4728-577A-F957-7835-CB2E73287109}"/>
              </a:ext>
            </a:extLst>
          </p:cNvPr>
          <p:cNvGrpSpPr/>
          <p:nvPr userDrawn="1"/>
        </p:nvGrpSpPr>
        <p:grpSpPr>
          <a:xfrm>
            <a:off x="10233025" y="-16510"/>
            <a:ext cx="2016760" cy="525780"/>
            <a:chOff x="16035" y="0"/>
            <a:chExt cx="3176" cy="828"/>
          </a:xfrm>
        </p:grpSpPr>
        <p:sp>
          <p:nvSpPr>
            <p:cNvPr id="14" name="单圆角矩形 33">
              <a:extLst>
                <a:ext uri="{FF2B5EF4-FFF2-40B4-BE49-F238E27FC236}">
                  <a16:creationId xmlns:a16="http://schemas.microsoft.com/office/drawing/2014/main" id="{41D94E55-258A-F097-ECBE-DBCEEBE69551}"/>
                </a:ext>
              </a:extLst>
            </p:cNvPr>
            <p:cNvSpPr/>
            <p:nvPr/>
          </p:nvSpPr>
          <p:spPr>
            <a:xfrm rot="10800000" flipH="1">
              <a:off x="16035" y="0"/>
              <a:ext cx="3177" cy="828"/>
            </a:xfrm>
            <a:prstGeom prst="round1Rect">
              <a:avLst>
                <a:gd name="adj" fmla="val 0"/>
              </a:avLst>
            </a:prstGeom>
            <a:solidFill>
              <a:srgbClr val="F39E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 descr="图片1">
              <a:extLst>
                <a:ext uri="{FF2B5EF4-FFF2-40B4-BE49-F238E27FC236}">
                  <a16:creationId xmlns:a16="http://schemas.microsoft.com/office/drawing/2014/main" id="{06F2A83E-F498-1CAC-DAD2-F03866420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307" b="10307"/>
            <a:stretch>
              <a:fillRect/>
            </a:stretch>
          </p:blipFill>
          <p:spPr>
            <a:xfrm>
              <a:off x="16289" y="83"/>
              <a:ext cx="2669" cy="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55715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0863BAC-BB2A-6EA7-9438-AF1E0417D83A}"/>
              </a:ext>
            </a:extLst>
          </p:cNvPr>
          <p:cNvSpPr/>
          <p:nvPr userDrawn="1"/>
        </p:nvSpPr>
        <p:spPr>
          <a:xfrm>
            <a:off x="0" y="-41910"/>
            <a:ext cx="3835400" cy="6899275"/>
          </a:xfrm>
          <a:prstGeom prst="rect">
            <a:avLst/>
          </a:prstGeom>
          <a:solidFill>
            <a:srgbClr val="F6BA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C21A76B-8AE8-A973-882F-CB7A9F3CB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363" y="967840"/>
            <a:ext cx="3932237" cy="1600200"/>
          </a:xfrm>
        </p:spPr>
        <p:txBody>
          <a:bodyPr anchor="b">
            <a:normAutofit/>
          </a:bodyPr>
          <a:lstStyle>
            <a:lvl1pPr>
              <a:defRPr lang="zh-CN" altLang="en-US" sz="4400" b="1" kern="1200" dirty="0">
                <a:solidFill>
                  <a:srgbClr val="EA929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E825C9B-EE46-B404-CDFD-323F681A6C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5300" y="1222694"/>
            <a:ext cx="3932237" cy="44882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B78E2F-CC5F-E300-7B89-AF9D2475A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73600" y="2873293"/>
            <a:ext cx="3932237" cy="3016867"/>
          </a:xfrm>
        </p:spPr>
        <p:txBody>
          <a:bodyPr>
            <a:normAutofit/>
          </a:bodyPr>
          <a:lstStyle>
            <a:lvl1pPr marL="0" indent="0">
              <a:buNone/>
              <a:defRPr lang="zh-CN" altLang="en-US" sz="20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49F380-03B5-734E-FD87-4AB58F02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4FECB8-21C4-1D42-1FEA-605DE507A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8F5E2B-D834-0368-E2E5-BB9144FA1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3FA5FB6FC8F5E4DA6F86E9DE44B43EDD">
            <a:extLst>
              <a:ext uri="{FF2B5EF4-FFF2-40B4-BE49-F238E27FC236}">
                <a16:creationId xmlns:a16="http://schemas.microsoft.com/office/drawing/2014/main" id="{0C4E036F-6EA6-CD71-78C2-424F0E19D573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/>
          <a:srcRect l="3549" r="36673" b="86861"/>
          <a:stretch>
            <a:fillRect/>
          </a:stretch>
        </p:blipFill>
        <p:spPr>
          <a:xfrm>
            <a:off x="181610" y="0"/>
            <a:ext cx="3168650" cy="986155"/>
          </a:xfrm>
          <a:prstGeom prst="rect">
            <a:avLst/>
          </a:prstGeom>
          <a:effectLst/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2554CDF-2362-BCE3-6E91-894E4681FABB}"/>
              </a:ext>
            </a:extLst>
          </p:cNvPr>
          <p:cNvSpPr/>
          <p:nvPr userDrawn="1"/>
        </p:nvSpPr>
        <p:spPr>
          <a:xfrm>
            <a:off x="4394835" y="2667635"/>
            <a:ext cx="4348480" cy="139065"/>
          </a:xfrm>
          <a:prstGeom prst="rect">
            <a:avLst/>
          </a:prstGeom>
          <a:solidFill>
            <a:srgbClr val="F1B3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AE26A9-B176-B0EC-B8A0-A0EE55B96DA1}"/>
              </a:ext>
            </a:extLst>
          </p:cNvPr>
          <p:cNvSpPr/>
          <p:nvPr userDrawn="1"/>
        </p:nvSpPr>
        <p:spPr>
          <a:xfrm>
            <a:off x="10083165" y="0"/>
            <a:ext cx="2106930" cy="6857365"/>
          </a:xfrm>
          <a:prstGeom prst="rect">
            <a:avLst/>
          </a:prstGeom>
          <a:solidFill>
            <a:srgbClr val="F7E0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905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5341D-0114-05F9-FE10-3C302E5F0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D68060D-F59E-FB92-6B57-4D1F99CA3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39204B-92FE-CA00-2721-75735461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83C77B-4CCB-508B-5EE8-D993245AE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0CC517-BD10-8373-2483-7F50D43C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25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81CC93-B5F6-0731-6482-AA18E3B4C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A9754E-3CAC-15E0-7D1A-62D48A4D7D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48A213-D9FC-C541-7231-C7440784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D285EB-3BE1-4940-51E4-57366E515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FC3704-B6CC-861A-BE75-9821C10F7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700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91A8D8-E5E8-EE76-A509-6B65CC94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8F76F0-F634-6AC0-74A7-5DC279D2A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C0EB53-C0A8-B995-9222-8409AD4AD9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06ACA6-4061-40A3-9E5A-0BDF2100C356}" type="datetimeFigureOut">
              <a:rPr lang="zh-CN" altLang="en-US" smtClean="0"/>
              <a:t>2025/6/23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86A515-7B8A-612E-E90F-59C35A094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A498D9-BBFE-2BA6-BC9F-F73563826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FFFD9-F855-402D-9D59-E266CBE31D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093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553,&quot;width&quot;:499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553,&quot;width&quot;:499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553,&quot;width&quot;:499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等线</vt:lpstr>
      <vt:lpstr>等线 Light</vt:lpstr>
      <vt:lpstr>微软雅黑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zt l</dc:creator>
  <cp:lastModifiedBy>zt l</cp:lastModifiedBy>
  <cp:revision>4</cp:revision>
  <dcterms:created xsi:type="dcterms:W3CDTF">2025-06-18T13:59:16Z</dcterms:created>
  <dcterms:modified xsi:type="dcterms:W3CDTF">2025-06-23T13:04:42Z</dcterms:modified>
</cp:coreProperties>
</file>